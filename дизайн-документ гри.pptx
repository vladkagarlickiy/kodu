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445" y="-5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1">
                <a:solidFill>
                  <a:srgbClr val="6474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rgbClr val="6474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rgbClr val="6474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rgbClr val="6474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7378" y="859699"/>
            <a:ext cx="3964304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1">
                <a:solidFill>
                  <a:srgbClr val="64748A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900" b="1" i="0" spc="217" baseline="12820" dirty="0">
                <a:solidFill>
                  <a:srgbClr val="2462EB"/>
                </a:solidFill>
                <a:latin typeface="Trebuchet MS"/>
                <a:cs typeface="Trebuchet MS"/>
              </a:rPr>
              <a:t>ДИЗ</a:t>
            </a:r>
            <a:r>
              <a:rPr sz="3900" b="1" i="0" spc="-1732" baseline="12820" dirty="0">
                <a:solidFill>
                  <a:srgbClr val="2462EB"/>
                </a:solidFill>
                <a:latin typeface="Trebuchet MS"/>
                <a:cs typeface="Trebuchet MS"/>
              </a:rPr>
              <a:t>А</a:t>
            </a:r>
            <a:r>
              <a:rPr sz="1400" spc="145" dirty="0"/>
              <a:t>Ш</a:t>
            </a:r>
            <a:r>
              <a:rPr sz="1400" spc="-550" dirty="0"/>
              <a:t>а</a:t>
            </a:r>
            <a:r>
              <a:rPr sz="3900" b="1" i="0" spc="-1582" baseline="12820" dirty="0">
                <a:solidFill>
                  <a:srgbClr val="2462EB"/>
                </a:solidFill>
                <a:latin typeface="Trebuchet MS"/>
                <a:cs typeface="Trebuchet MS"/>
              </a:rPr>
              <a:t>Й</a:t>
            </a:r>
            <a:r>
              <a:rPr sz="1400" spc="145" dirty="0"/>
              <a:t>б</a:t>
            </a:r>
            <a:r>
              <a:rPr sz="1400" spc="-195" dirty="0"/>
              <a:t>л</a:t>
            </a:r>
            <a:r>
              <a:rPr sz="3900" b="1" i="0" spc="-2010" baseline="12820" dirty="0">
                <a:solidFill>
                  <a:srgbClr val="2462EB"/>
                </a:solidFill>
                <a:latin typeface="Trebuchet MS"/>
                <a:cs typeface="Trebuchet MS"/>
              </a:rPr>
              <a:t>Н</a:t>
            </a:r>
            <a:r>
              <a:rPr sz="1400" spc="145" dirty="0"/>
              <a:t>о</a:t>
            </a:r>
            <a:r>
              <a:rPr sz="1400" spc="180" dirty="0"/>
              <a:t>н</a:t>
            </a:r>
            <a:r>
              <a:rPr sz="3900" b="1" i="0" spc="-675" baseline="12820" dirty="0">
                <a:solidFill>
                  <a:srgbClr val="2462EB"/>
                </a:solidFill>
                <a:latin typeface="Trebuchet MS"/>
                <a:cs typeface="Trebuchet MS"/>
              </a:rPr>
              <a:t>-</a:t>
            </a:r>
            <a:r>
              <a:rPr sz="1400" spc="-145" dirty="0"/>
              <a:t>п</a:t>
            </a:r>
            <a:r>
              <a:rPr sz="3900" b="1" i="0" spc="-2467" baseline="12820" dirty="0">
                <a:solidFill>
                  <a:srgbClr val="2462EB"/>
                </a:solidFill>
                <a:latin typeface="Trebuchet MS"/>
                <a:cs typeface="Trebuchet MS"/>
              </a:rPr>
              <a:t>Д</a:t>
            </a:r>
            <a:r>
              <a:rPr sz="1400" spc="70" dirty="0"/>
              <a:t>ро</a:t>
            </a:r>
            <a:r>
              <a:rPr sz="1400" spc="-305" dirty="0"/>
              <a:t>є</a:t>
            </a:r>
            <a:r>
              <a:rPr sz="3900" b="1" i="0" spc="-2092" baseline="12820" dirty="0">
                <a:solidFill>
                  <a:srgbClr val="2462EB"/>
                </a:solidFill>
                <a:latin typeface="Trebuchet MS"/>
                <a:cs typeface="Trebuchet MS"/>
              </a:rPr>
              <a:t>О</a:t>
            </a:r>
            <a:r>
              <a:rPr sz="1400" spc="70" dirty="0"/>
              <a:t>кт</a:t>
            </a:r>
            <a:r>
              <a:rPr sz="1400" spc="-555" dirty="0"/>
              <a:t>у</a:t>
            </a:r>
            <a:r>
              <a:rPr sz="3900" b="1" i="0" spc="-1035" baseline="12820" dirty="0">
                <a:solidFill>
                  <a:srgbClr val="2462EB"/>
                </a:solidFill>
                <a:latin typeface="Trebuchet MS"/>
                <a:cs typeface="Trebuchet MS"/>
              </a:rPr>
              <a:t>К</a:t>
            </a:r>
            <a:r>
              <a:rPr sz="1400" spc="70" dirty="0"/>
              <a:t>K</a:t>
            </a:r>
            <a:r>
              <a:rPr sz="1400" spc="-650" dirty="0"/>
              <a:t>o</a:t>
            </a:r>
            <a:r>
              <a:rPr sz="3900" b="1" i="0" spc="-1335" baseline="12820" dirty="0">
                <a:solidFill>
                  <a:srgbClr val="2462EB"/>
                </a:solidFill>
                <a:latin typeface="Trebuchet MS"/>
                <a:cs typeface="Trebuchet MS"/>
              </a:rPr>
              <a:t>У</a:t>
            </a:r>
            <a:r>
              <a:rPr sz="1400" spc="70" dirty="0"/>
              <a:t>d</a:t>
            </a:r>
            <a:r>
              <a:rPr sz="1400" spc="-450" dirty="0"/>
              <a:t>u</a:t>
            </a:r>
            <a:r>
              <a:rPr sz="3900" b="1" i="0" spc="-1732" baseline="12820" dirty="0">
                <a:solidFill>
                  <a:srgbClr val="2462EB"/>
                </a:solidFill>
                <a:latin typeface="Trebuchet MS"/>
                <a:cs typeface="Trebuchet MS"/>
              </a:rPr>
              <a:t>М</a:t>
            </a:r>
            <a:r>
              <a:rPr sz="1400" spc="70" dirty="0"/>
              <a:t>G</a:t>
            </a:r>
            <a:r>
              <a:rPr sz="1400" spc="-270" dirty="0"/>
              <a:t>a</a:t>
            </a:r>
            <a:r>
              <a:rPr sz="3900" b="1" i="0" spc="-1664" baseline="12820" dirty="0">
                <a:solidFill>
                  <a:srgbClr val="2462EB"/>
                </a:solidFill>
                <a:latin typeface="Trebuchet MS"/>
                <a:cs typeface="Trebuchet MS"/>
              </a:rPr>
              <a:t>Е</a:t>
            </a:r>
            <a:r>
              <a:rPr sz="1400" spc="70" dirty="0"/>
              <a:t>m</a:t>
            </a:r>
            <a:r>
              <a:rPr sz="1400" spc="-670" dirty="0"/>
              <a:t>e</a:t>
            </a:r>
            <a:r>
              <a:rPr sz="3900" b="1" i="0" spc="-997" baseline="12820" dirty="0">
                <a:solidFill>
                  <a:srgbClr val="2462EB"/>
                </a:solidFill>
                <a:latin typeface="Trebuchet MS"/>
                <a:cs typeface="Trebuchet MS"/>
              </a:rPr>
              <a:t>Н</a:t>
            </a:r>
            <a:r>
              <a:rPr sz="1400" spc="70" dirty="0"/>
              <a:t>L</a:t>
            </a:r>
            <a:r>
              <a:rPr sz="1400" spc="-580" dirty="0"/>
              <a:t>a</a:t>
            </a:r>
            <a:r>
              <a:rPr sz="3900" b="1" i="0" spc="-1372" baseline="12820" dirty="0">
                <a:solidFill>
                  <a:srgbClr val="2462EB"/>
                </a:solidFill>
                <a:latin typeface="Trebuchet MS"/>
                <a:cs typeface="Trebuchet MS"/>
              </a:rPr>
              <a:t>Т</a:t>
            </a:r>
            <a:r>
              <a:rPr sz="1400" spc="70" dirty="0"/>
              <a:t>b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13060" y="783499"/>
            <a:ext cx="75438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290" dirty="0">
                <a:solidFill>
                  <a:srgbClr val="2462EB"/>
                </a:solidFill>
                <a:latin typeface="Trebuchet MS"/>
                <a:cs typeface="Trebuchet MS"/>
              </a:rPr>
              <a:t>ГРИ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6199" y="1456599"/>
            <a:ext cx="5967730" cy="0"/>
          </a:xfrm>
          <a:custGeom>
            <a:avLst/>
            <a:gdLst/>
            <a:ahLst/>
            <a:cxnLst/>
            <a:rect l="l" t="t" r="r" b="b"/>
            <a:pathLst>
              <a:path w="5967730">
                <a:moveTo>
                  <a:pt x="0" y="0"/>
                </a:moveTo>
                <a:lnTo>
                  <a:pt x="5967600" y="0"/>
                </a:lnTo>
              </a:path>
            </a:pathLst>
          </a:custGeom>
          <a:ln w="25400">
            <a:solidFill>
              <a:srgbClr val="2462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070000" y="1939199"/>
            <a:ext cx="4680585" cy="914400"/>
            <a:chOff x="2070000" y="1939199"/>
            <a:chExt cx="4680585" cy="914400"/>
          </a:xfrm>
        </p:grpSpPr>
        <p:sp>
          <p:nvSpPr>
            <p:cNvPr id="6" name="object 6"/>
            <p:cNvSpPr/>
            <p:nvPr/>
          </p:nvSpPr>
          <p:spPr>
            <a:xfrm>
              <a:off x="2070000" y="1939199"/>
              <a:ext cx="4680585" cy="304800"/>
            </a:xfrm>
            <a:custGeom>
              <a:avLst/>
              <a:gdLst/>
              <a:ahLst/>
              <a:cxnLst/>
              <a:rect l="l" t="t" r="r" b="b"/>
              <a:pathLst>
                <a:path w="4680584" h="304800">
                  <a:moveTo>
                    <a:pt x="467999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679999" y="304800"/>
                  </a:lnTo>
                  <a:lnTo>
                    <a:pt x="4679999" y="0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r>
                <a:rPr lang="uk-UA" dirty="0" smtClean="0"/>
                <a:t>Пригоди Коду</a:t>
              </a:r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2146200" y="2167926"/>
              <a:ext cx="3175000" cy="0"/>
            </a:xfrm>
            <a:custGeom>
              <a:avLst/>
              <a:gdLst/>
              <a:ahLst/>
              <a:cxnLst/>
              <a:rect l="l" t="t" r="r" b="b"/>
              <a:pathLst>
                <a:path w="3175000">
                  <a:moveTo>
                    <a:pt x="0" y="0"/>
                  </a:moveTo>
                  <a:lnTo>
                    <a:pt x="3175000" y="0"/>
                  </a:lnTo>
                </a:path>
              </a:pathLst>
            </a:custGeom>
            <a:ln w="8890">
              <a:solidFill>
                <a:srgbClr val="1C2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70000" y="2243999"/>
              <a:ext cx="4680585" cy="304800"/>
            </a:xfrm>
            <a:custGeom>
              <a:avLst/>
              <a:gdLst/>
              <a:ahLst/>
              <a:cxnLst/>
              <a:rect l="l" t="t" r="r" b="b"/>
              <a:pathLst>
                <a:path w="4680584" h="304800">
                  <a:moveTo>
                    <a:pt x="467999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679999" y="304800"/>
                  </a:lnTo>
                  <a:lnTo>
                    <a:pt x="4679999" y="0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Vlad</a:t>
              </a:r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2146200" y="2472726"/>
              <a:ext cx="3175000" cy="0"/>
            </a:xfrm>
            <a:custGeom>
              <a:avLst/>
              <a:gdLst/>
              <a:ahLst/>
              <a:cxnLst/>
              <a:rect l="l" t="t" r="r" b="b"/>
              <a:pathLst>
                <a:path w="3175000">
                  <a:moveTo>
                    <a:pt x="0" y="0"/>
                  </a:moveTo>
                  <a:lnTo>
                    <a:pt x="3175000" y="0"/>
                  </a:lnTo>
                </a:path>
              </a:pathLst>
            </a:custGeom>
            <a:ln w="8890">
              <a:solidFill>
                <a:srgbClr val="1C2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70000" y="2548799"/>
              <a:ext cx="4680585" cy="304800"/>
            </a:xfrm>
            <a:custGeom>
              <a:avLst/>
              <a:gdLst/>
              <a:ahLst/>
              <a:cxnLst/>
              <a:rect l="l" t="t" r="r" b="b"/>
              <a:pathLst>
                <a:path w="4680584" h="304800">
                  <a:moveTo>
                    <a:pt x="467999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679999" y="304800"/>
                  </a:lnTo>
                  <a:lnTo>
                    <a:pt x="4679999" y="0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21.01.2026</a:t>
              </a:r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2146200" y="2777526"/>
              <a:ext cx="1587500" cy="0"/>
            </a:xfrm>
            <a:custGeom>
              <a:avLst/>
              <a:gdLst/>
              <a:ahLst/>
              <a:cxnLst/>
              <a:rect l="l" t="t" r="r" b="b"/>
              <a:pathLst>
                <a:path w="1587500">
                  <a:moveTo>
                    <a:pt x="0" y="0"/>
                  </a:moveTo>
                  <a:lnTo>
                    <a:pt x="1587500" y="0"/>
                  </a:lnTo>
                </a:path>
              </a:pathLst>
            </a:custGeom>
            <a:ln w="8890">
              <a:solidFill>
                <a:srgbClr val="1C2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83499" y="1697899"/>
            <a:ext cx="301561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1.</a:t>
            </a:r>
            <a:r>
              <a:rPr sz="1400" b="1" spc="7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210" dirty="0">
                <a:solidFill>
                  <a:srgbClr val="2462EB"/>
                </a:solidFill>
                <a:latin typeface="Trebuchet MS"/>
                <a:cs typeface="Trebuchet MS"/>
              </a:rPr>
              <a:t>ІНФОРМАЦІЯ</a:t>
            </a:r>
            <a:r>
              <a:rPr sz="1400" b="1" spc="7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204" dirty="0">
                <a:solidFill>
                  <a:srgbClr val="2462EB"/>
                </a:solidFill>
                <a:latin typeface="Trebuchet MS"/>
                <a:cs typeface="Trebuchet MS"/>
              </a:rPr>
              <a:t>ПРО</a:t>
            </a:r>
            <a:r>
              <a:rPr sz="1400" b="1" spc="7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70" dirty="0">
                <a:solidFill>
                  <a:srgbClr val="2462EB"/>
                </a:solidFill>
                <a:latin typeface="Trebuchet MS"/>
                <a:cs typeface="Trebuchet MS"/>
              </a:rPr>
              <a:t>ПРОЄКТ</a:t>
            </a:r>
            <a:endParaRPr sz="1400" dirty="0">
              <a:latin typeface="Trebuchet MS"/>
              <a:cs typeface="Trebuchet MS"/>
            </a:endParaRPr>
          </a:p>
          <a:p>
            <a:pPr marL="102235">
              <a:lnSpc>
                <a:spcPct val="100000"/>
              </a:lnSpc>
              <a:spcBef>
                <a:spcPts val="720"/>
              </a:spcBef>
            </a:pPr>
            <a:r>
              <a:rPr sz="1000" b="1" spc="114" dirty="0">
                <a:solidFill>
                  <a:srgbClr val="64748A"/>
                </a:solidFill>
                <a:latin typeface="Trebuchet MS"/>
                <a:cs typeface="Trebuchet MS"/>
              </a:rPr>
              <a:t>Назва</a:t>
            </a:r>
            <a:r>
              <a:rPr sz="1000" b="1" spc="55" dirty="0">
                <a:solidFill>
                  <a:srgbClr val="64748A"/>
                </a:solidFill>
                <a:latin typeface="Trebuchet MS"/>
                <a:cs typeface="Trebuchet MS"/>
              </a:rPr>
              <a:t> </a:t>
            </a:r>
            <a:r>
              <a:rPr sz="1000" b="1" spc="60" dirty="0">
                <a:solidFill>
                  <a:srgbClr val="64748A"/>
                </a:solidFill>
                <a:latin typeface="Trebuchet MS"/>
                <a:cs typeface="Trebuchet MS"/>
              </a:rPr>
              <a:t>гри:</a:t>
            </a:r>
            <a:endParaRPr sz="1000" dirty="0">
              <a:latin typeface="Trebuchet MS"/>
              <a:cs typeface="Trebuchet MS"/>
            </a:endParaRPr>
          </a:p>
          <a:p>
            <a:pPr marL="102235" marR="2379345">
              <a:lnSpc>
                <a:spcPct val="200000"/>
              </a:lnSpc>
            </a:pPr>
            <a:r>
              <a:rPr sz="1000" b="1" spc="85" dirty="0">
                <a:solidFill>
                  <a:srgbClr val="64748A"/>
                </a:solidFill>
                <a:latin typeface="Trebuchet MS"/>
                <a:cs typeface="Trebuchet MS"/>
              </a:rPr>
              <a:t>Автор: </a:t>
            </a:r>
            <a:r>
              <a:rPr sz="1000" b="1" spc="100" dirty="0">
                <a:solidFill>
                  <a:srgbClr val="64748A"/>
                </a:solidFill>
                <a:latin typeface="Trebuchet MS"/>
                <a:cs typeface="Trebuchet MS"/>
              </a:rPr>
              <a:t>Дата: </a:t>
            </a:r>
            <a:r>
              <a:rPr sz="1000" b="1" spc="80" dirty="0">
                <a:solidFill>
                  <a:srgbClr val="64748A"/>
                </a:solidFill>
                <a:latin typeface="Trebuchet MS"/>
                <a:cs typeface="Trebuchet MS"/>
              </a:rPr>
              <a:t>Версія:</a:t>
            </a:r>
            <a:endParaRPr sz="1000" dirty="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70000" y="2853599"/>
            <a:ext cx="4680585" cy="304800"/>
            <a:chOff x="2070000" y="2853599"/>
            <a:chExt cx="4680585" cy="304800"/>
          </a:xfrm>
        </p:grpSpPr>
        <p:sp>
          <p:nvSpPr>
            <p:cNvPr id="14" name="object 14"/>
            <p:cNvSpPr/>
            <p:nvPr/>
          </p:nvSpPr>
          <p:spPr>
            <a:xfrm>
              <a:off x="2070000" y="2853599"/>
              <a:ext cx="4680585" cy="304800"/>
            </a:xfrm>
            <a:custGeom>
              <a:avLst/>
              <a:gdLst/>
              <a:ahLst/>
              <a:cxnLst/>
              <a:rect l="l" t="t" r="r" b="b"/>
              <a:pathLst>
                <a:path w="4680584" h="304800">
                  <a:moveTo>
                    <a:pt x="467999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679999" y="304800"/>
                  </a:lnTo>
                  <a:lnTo>
                    <a:pt x="4679999" y="0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r>
                <a:rPr lang="en-US" dirty="0" smtClean="0"/>
                <a:t>1.0</a:t>
              </a:r>
              <a:endParaRPr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146200" y="3082326"/>
              <a:ext cx="1587500" cy="0"/>
            </a:xfrm>
            <a:custGeom>
              <a:avLst/>
              <a:gdLst/>
              <a:ahLst/>
              <a:cxnLst/>
              <a:rect l="l" t="t" r="r" b="b"/>
              <a:pathLst>
                <a:path w="1587500">
                  <a:moveTo>
                    <a:pt x="0" y="0"/>
                  </a:moveTo>
                  <a:lnTo>
                    <a:pt x="1587500" y="0"/>
                  </a:lnTo>
                </a:path>
              </a:pathLst>
            </a:custGeom>
            <a:ln w="8890">
              <a:solidFill>
                <a:srgbClr val="1C2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06825" y="3357409"/>
            <a:ext cx="2693670" cy="2298963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2.</a:t>
            </a:r>
            <a:r>
              <a:rPr sz="1400" b="1" spc="8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220" dirty="0">
                <a:solidFill>
                  <a:srgbClr val="2462EB"/>
                </a:solidFill>
                <a:latin typeface="Trebuchet MS"/>
                <a:cs typeface="Trebuchet MS"/>
              </a:rPr>
              <a:t>КОНЦЕПЦІЯ</a:t>
            </a:r>
            <a:r>
              <a:rPr sz="1400" b="1" spc="8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35" dirty="0">
                <a:solidFill>
                  <a:srgbClr val="2462EB"/>
                </a:solidFill>
                <a:latin typeface="Trebuchet MS"/>
                <a:cs typeface="Trebuchet MS"/>
              </a:rPr>
              <a:t>ГРИ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b="1" spc="140" dirty="0">
                <a:solidFill>
                  <a:srgbClr val="1D283B"/>
                </a:solidFill>
                <a:latin typeface="Trebuchet MS"/>
                <a:cs typeface="Trebuchet MS"/>
              </a:rPr>
              <a:t>Жанр:</a:t>
            </a:r>
            <a:endParaRPr sz="11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  <a:tabLst>
                <a:tab pos="709930" algn="l"/>
                <a:tab pos="1624330" algn="l"/>
              </a:tabLst>
            </a:pP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[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]</a:t>
            </a:r>
            <a:r>
              <a:rPr sz="1000" spc="5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45" dirty="0">
                <a:solidFill>
                  <a:srgbClr val="1D283B"/>
                </a:solidFill>
                <a:latin typeface="Microsoft Sans Serif"/>
                <a:cs typeface="Microsoft Sans Serif"/>
              </a:rPr>
              <a:t>Екшн</a:t>
            </a:r>
            <a:r>
              <a:rPr sz="1000" dirty="0">
                <a:solidFill>
                  <a:srgbClr val="1D283B"/>
                </a:solidFill>
                <a:latin typeface="Microsoft Sans Serif"/>
                <a:cs typeface="Microsoft Sans Serif"/>
              </a:rPr>
              <a:t>	</a:t>
            </a:r>
            <a:r>
              <a:rPr sz="1000" spc="110" dirty="0" smtClean="0">
                <a:solidFill>
                  <a:srgbClr val="1D283B"/>
                </a:solidFill>
                <a:latin typeface="Microsoft Sans Serif"/>
                <a:cs typeface="Microsoft Sans Serif"/>
              </a:rPr>
              <a:t>[</a:t>
            </a:r>
            <a:r>
              <a:rPr lang="uk-UA" sz="1000" spc="110" dirty="0" smtClean="0">
                <a:solidFill>
                  <a:srgbClr val="1D283B"/>
                </a:solidFill>
                <a:latin typeface="Microsoft Sans Serif"/>
                <a:ea typeface="Segoe UI Emoji" panose="020B0502040204020203" pitchFamily="34" charset="0"/>
                <a:cs typeface="Microsoft Sans Serif"/>
              </a:rPr>
              <a:t>✓</a:t>
            </a:r>
            <a:r>
              <a:rPr sz="1000" spc="50" dirty="0" smtClean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]</a:t>
            </a:r>
            <a:r>
              <a:rPr sz="1000" spc="5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70" dirty="0">
                <a:solidFill>
                  <a:srgbClr val="1D283B"/>
                </a:solidFill>
                <a:latin typeface="Microsoft Sans Serif"/>
                <a:cs typeface="Microsoft Sans Serif"/>
              </a:rPr>
              <a:t>Пригоди</a:t>
            </a:r>
            <a:r>
              <a:rPr sz="1000" dirty="0">
                <a:solidFill>
                  <a:srgbClr val="1D283B"/>
                </a:solidFill>
                <a:latin typeface="Microsoft Sans Serif"/>
                <a:cs typeface="Microsoft Sans Serif"/>
              </a:rPr>
              <a:t>	</a:t>
            </a: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[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]</a:t>
            </a:r>
            <a:r>
              <a:rPr sz="1000" spc="5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Головоломка</a:t>
            </a:r>
            <a:endParaRPr sz="1000" dirty="0">
              <a:latin typeface="Microsoft Sans Serif"/>
              <a:cs typeface="Microsoft Sans Serif"/>
            </a:endParaRPr>
          </a:p>
          <a:p>
            <a:pPr marL="12700" marR="29845">
              <a:lnSpc>
                <a:spcPct val="118900"/>
              </a:lnSpc>
              <a:spcBef>
                <a:spcPts val="600"/>
              </a:spcBef>
            </a:pPr>
            <a:r>
              <a:rPr sz="1100" b="1" spc="114" dirty="0">
                <a:solidFill>
                  <a:srgbClr val="1D283B"/>
                </a:solidFill>
                <a:latin typeface="Trebuchet MS"/>
                <a:cs typeface="Trebuchet MS"/>
              </a:rPr>
              <a:t>Головна</a:t>
            </a:r>
            <a:r>
              <a:rPr sz="1100" b="1" spc="60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sz="1100" b="1" spc="110" dirty="0">
                <a:solidFill>
                  <a:srgbClr val="1D283B"/>
                </a:solidFill>
                <a:latin typeface="Trebuchet MS"/>
                <a:cs typeface="Trebuchet MS"/>
              </a:rPr>
              <a:t>ідея</a:t>
            </a:r>
            <a:r>
              <a:rPr sz="1100" b="1" spc="65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sz="1100" b="1" spc="85" dirty="0">
                <a:solidFill>
                  <a:srgbClr val="1D283B"/>
                </a:solidFill>
                <a:latin typeface="Trebuchet MS"/>
                <a:cs typeface="Trebuchet MS"/>
              </a:rPr>
              <a:t>(1-</a:t>
            </a:r>
            <a:r>
              <a:rPr sz="1100" b="1" spc="114" dirty="0">
                <a:solidFill>
                  <a:srgbClr val="1D283B"/>
                </a:solidFill>
                <a:latin typeface="Trebuchet MS"/>
                <a:cs typeface="Trebuchet MS"/>
              </a:rPr>
              <a:t>2</a:t>
            </a:r>
            <a:r>
              <a:rPr sz="1100" b="1" spc="65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sz="1100" b="1" spc="95" dirty="0">
                <a:solidFill>
                  <a:srgbClr val="1D283B"/>
                </a:solidFill>
                <a:latin typeface="Trebuchet MS"/>
                <a:cs typeface="Trebuchet MS"/>
              </a:rPr>
              <a:t>речення): 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Опишіть</a:t>
            </a:r>
            <a:r>
              <a:rPr sz="1000" spc="13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80" dirty="0">
                <a:solidFill>
                  <a:srgbClr val="1D283B"/>
                </a:solidFill>
                <a:latin typeface="Microsoft Sans Serif"/>
                <a:cs typeface="Microsoft Sans Serif"/>
              </a:rPr>
              <a:t>вашу</a:t>
            </a:r>
            <a:r>
              <a:rPr sz="1000" spc="135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70" dirty="0">
                <a:solidFill>
                  <a:srgbClr val="1D283B"/>
                </a:solidFill>
                <a:latin typeface="Microsoft Sans Serif"/>
                <a:cs typeface="Microsoft Sans Serif"/>
              </a:rPr>
              <a:t>ідею</a:t>
            </a:r>
            <a:r>
              <a:rPr sz="1000" spc="135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100" dirty="0">
                <a:solidFill>
                  <a:srgbClr val="1D283B"/>
                </a:solidFill>
                <a:latin typeface="Microsoft Sans Serif"/>
                <a:cs typeface="Microsoft Sans Serif"/>
              </a:rPr>
              <a:t>гри</a:t>
            </a:r>
            <a:r>
              <a:rPr sz="1000" spc="135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80" dirty="0">
                <a:solidFill>
                  <a:srgbClr val="1D283B"/>
                </a:solidFill>
                <a:latin typeface="Microsoft Sans Serif"/>
                <a:cs typeface="Microsoft Sans Serif"/>
              </a:rPr>
              <a:t>коротко</a:t>
            </a:r>
            <a:r>
              <a:rPr sz="1000" spc="13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5" dirty="0" err="1">
                <a:solidFill>
                  <a:srgbClr val="1D283B"/>
                </a:solidFill>
                <a:latin typeface="Microsoft Sans Serif"/>
                <a:cs typeface="Microsoft Sans Serif"/>
              </a:rPr>
              <a:t>та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55" dirty="0" err="1" smtClean="0">
                <a:solidFill>
                  <a:srgbClr val="1D283B"/>
                </a:solidFill>
                <a:latin typeface="Microsoft Sans Serif"/>
                <a:cs typeface="Microsoft Sans Serif"/>
              </a:rPr>
              <a:t>гравець</a:t>
            </a:r>
            <a:r>
              <a:rPr sz="1000" spc="55" dirty="0" smtClean="0">
                <a:solidFill>
                  <a:srgbClr val="1D283B"/>
                </a:solidFill>
                <a:latin typeface="Microsoft Sans Serif"/>
                <a:cs typeface="Microsoft Sans Serif"/>
              </a:rPr>
              <a:t>?</a:t>
            </a:r>
            <a:r>
              <a:rPr lang="uk-UA" sz="1000" spc="55" dirty="0" smtClean="0">
                <a:solidFill>
                  <a:srgbClr val="1D283B"/>
                </a:solidFill>
                <a:latin typeface="Microsoft Sans Serif"/>
                <a:cs typeface="Microsoft Sans Serif"/>
              </a:rPr>
              <a:t>    </a:t>
            </a:r>
            <a:r>
              <a:rPr lang="uk-UA" sz="1000" spc="55" dirty="0" smtClean="0">
                <a:solidFill>
                  <a:srgbClr val="1D283B"/>
                </a:solidFill>
                <a:latin typeface="Microsoft Sans Serif"/>
                <a:cs typeface="Microsoft Sans Serif"/>
              </a:rPr>
              <a:t>Коду потрапляє на чарівну іншу планету, де сяють магічні кристали та ховаються дивні істоти. Гравець збирає кристали, уникаючи небезпеки, щоб дістатися мети: відкрити портал та повернутися додому</a:t>
            </a:r>
            <a:endParaRPr sz="1000" dirty="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08339" y="3941326"/>
            <a:ext cx="6032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[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]</a:t>
            </a:r>
            <a:r>
              <a:rPr sz="1000" spc="5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Гонки</a:t>
            </a:r>
            <a:endParaRPr sz="1000" dirty="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19433" y="3946569"/>
            <a:ext cx="93789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[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]</a:t>
            </a:r>
            <a:r>
              <a:rPr sz="1000" spc="5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Симулятор</a:t>
            </a:r>
            <a:endParaRPr sz="1000" dirty="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13060" y="3958826"/>
            <a:ext cx="11480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4745" algn="l"/>
              </a:tabLst>
            </a:pPr>
            <a:r>
              <a:rPr sz="1000" spc="110" dirty="0" smtClean="0">
                <a:solidFill>
                  <a:srgbClr val="1D283B"/>
                </a:solidFill>
                <a:latin typeface="Microsoft Sans Serif"/>
                <a:cs typeface="Microsoft Sans Serif"/>
              </a:rPr>
              <a:t>[</a:t>
            </a:r>
            <a:r>
              <a:rPr lang="uk-UA" sz="1000" spc="110" dirty="0" smtClean="0">
                <a:solidFill>
                  <a:srgbClr val="1D283B"/>
                </a:solidFill>
                <a:latin typeface="Microsoft Sans Serif"/>
                <a:ea typeface="Segoe UI Emoji" panose="020B0502040204020203" pitchFamily="34" charset="0"/>
                <a:cs typeface="Microsoft Sans Serif"/>
              </a:rPr>
              <a:t>✓</a:t>
            </a:r>
            <a:r>
              <a:rPr sz="1000" spc="85" dirty="0" smtClean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]</a:t>
            </a:r>
            <a:r>
              <a:rPr sz="1000" spc="8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65" dirty="0" err="1" smtClean="0">
                <a:solidFill>
                  <a:srgbClr val="1D283B"/>
                </a:solidFill>
                <a:latin typeface="Microsoft Sans Serif"/>
                <a:cs typeface="Microsoft Sans Serif"/>
              </a:rPr>
              <a:t>Інше</a:t>
            </a:r>
            <a:r>
              <a:rPr sz="1000" spc="65" dirty="0" smtClean="0">
                <a:solidFill>
                  <a:srgbClr val="1D283B"/>
                </a:solidFill>
                <a:latin typeface="Microsoft Sans Serif"/>
                <a:cs typeface="Microsoft Sans Serif"/>
              </a:rPr>
              <a:t>: </a:t>
            </a:r>
            <a:r>
              <a:rPr lang="uk-UA" sz="1000" spc="65" dirty="0" err="1" smtClean="0">
                <a:solidFill>
                  <a:srgbClr val="1D283B"/>
                </a:solidFill>
                <a:latin typeface="Microsoft Sans Serif"/>
                <a:cs typeface="Microsoft Sans Serif"/>
              </a:rPr>
              <a:t>Фентезі</a:t>
            </a:r>
            <a:endParaRPr sz="1000" dirty="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26914" y="4364899"/>
            <a:ext cx="32499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захоплююче.</a:t>
            </a:r>
            <a:r>
              <a:rPr sz="1000" spc="13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55" dirty="0">
                <a:solidFill>
                  <a:srgbClr val="1D283B"/>
                </a:solidFill>
                <a:latin typeface="Microsoft Sans Serif"/>
                <a:cs typeface="Microsoft Sans Serif"/>
              </a:rPr>
              <a:t>Який</a:t>
            </a:r>
            <a:r>
              <a:rPr sz="1000" spc="135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основний</a:t>
            </a:r>
            <a:r>
              <a:rPr sz="1000" spc="135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досвід</a:t>
            </a:r>
            <a:r>
              <a:rPr sz="1000" spc="135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0" dirty="0">
                <a:solidFill>
                  <a:srgbClr val="1D283B"/>
                </a:solidFill>
                <a:latin typeface="Microsoft Sans Serif"/>
                <a:cs typeface="Microsoft Sans Serif"/>
              </a:rPr>
              <a:t>отримає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3663" y="5347903"/>
            <a:ext cx="3249387" cy="1007584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endParaRPr lang="uk-UA" sz="1100" b="1" spc="100" dirty="0" smtClean="0">
              <a:solidFill>
                <a:srgbClr val="1D283B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100" b="1" spc="100" dirty="0" err="1" smtClean="0">
                <a:solidFill>
                  <a:srgbClr val="1D283B"/>
                </a:solidFill>
                <a:latin typeface="Trebuchet MS"/>
                <a:cs typeface="Trebuchet MS"/>
              </a:rPr>
              <a:t>Тема</a:t>
            </a:r>
            <a:r>
              <a:rPr sz="1100" b="1" spc="40" dirty="0" smtClean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1D283B"/>
                </a:solidFill>
                <a:latin typeface="Trebuchet MS"/>
                <a:cs typeface="Trebuchet MS"/>
              </a:rPr>
              <a:t>/</a:t>
            </a:r>
            <a:r>
              <a:rPr sz="1100" b="1" spc="40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sz="1100" b="1" spc="80" dirty="0">
                <a:solidFill>
                  <a:srgbClr val="1D283B"/>
                </a:solidFill>
                <a:latin typeface="Trebuchet MS"/>
                <a:cs typeface="Trebuchet MS"/>
              </a:rPr>
              <a:t>Сетинг:</a:t>
            </a:r>
            <a:endParaRPr sz="1100" dirty="0">
              <a:latin typeface="Trebuchet MS"/>
              <a:cs typeface="Trebuchet MS"/>
            </a:endParaRPr>
          </a:p>
          <a:p>
            <a:pPr marL="12700" marR="5080">
              <a:lnSpc>
                <a:spcPct val="116700"/>
              </a:lnSpc>
              <a:spcBef>
                <a:spcPts val="80"/>
              </a:spcBef>
            </a:pP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Опишіть</a:t>
            </a:r>
            <a:r>
              <a:rPr sz="1000" spc="47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60" dirty="0">
                <a:solidFill>
                  <a:srgbClr val="1D283B"/>
                </a:solidFill>
                <a:latin typeface="Microsoft Sans Serif"/>
                <a:cs typeface="Microsoft Sans Serif"/>
              </a:rPr>
              <a:t>світ,</a:t>
            </a:r>
            <a:r>
              <a:rPr sz="1000" spc="47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де</a:t>
            </a:r>
            <a:r>
              <a:rPr sz="1000" spc="48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відбувається</a:t>
            </a:r>
            <a:r>
              <a:rPr sz="1000" spc="47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ваша </a:t>
            </a:r>
            <a:r>
              <a:rPr sz="1000" spc="80" dirty="0">
                <a:solidFill>
                  <a:srgbClr val="1D283B"/>
                </a:solidFill>
                <a:latin typeface="Microsoft Sans Serif"/>
                <a:cs typeface="Microsoft Sans Serif"/>
              </a:rPr>
              <a:t>підводний </a:t>
            </a:r>
            <a:r>
              <a:rPr sz="1000" spc="50" dirty="0" err="1">
                <a:solidFill>
                  <a:srgbClr val="1D283B"/>
                </a:solidFill>
                <a:latin typeface="Microsoft Sans Serif"/>
                <a:cs typeface="Microsoft Sans Serif"/>
              </a:rPr>
              <a:t>світ</a:t>
            </a:r>
            <a:r>
              <a:rPr sz="1000" spc="50" dirty="0" smtClean="0">
                <a:solidFill>
                  <a:srgbClr val="1D283B"/>
                </a:solidFill>
                <a:latin typeface="Microsoft Sans Serif"/>
                <a:cs typeface="Microsoft Sans Serif"/>
              </a:rPr>
              <a:t>).</a:t>
            </a:r>
            <a:r>
              <a:rPr lang="uk-UA" sz="1000" spc="50" dirty="0" smtClean="0">
                <a:solidFill>
                  <a:srgbClr val="1D283B"/>
                </a:solidFill>
                <a:latin typeface="Microsoft Sans Serif"/>
                <a:cs typeface="Microsoft Sans Serif"/>
              </a:rPr>
              <a:t>   </a:t>
            </a:r>
          </a:p>
          <a:p>
            <a:pPr marL="12700" marR="5080">
              <a:lnSpc>
                <a:spcPct val="116700"/>
              </a:lnSpc>
              <a:spcBef>
                <a:spcPts val="80"/>
              </a:spcBef>
            </a:pPr>
            <a:r>
              <a:rPr lang="uk-UA" sz="1000" spc="50" dirty="0" smtClean="0">
                <a:solidFill>
                  <a:srgbClr val="1D283B"/>
                </a:solidFill>
                <a:latin typeface="Microsoft Sans Serif"/>
                <a:cs typeface="Microsoft Sans Serif"/>
              </a:rPr>
              <a:t>Чарівна планета кристалів</a:t>
            </a:r>
            <a:endParaRPr sz="1000" dirty="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95595" y="5634899"/>
            <a:ext cx="3281045" cy="333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uk-UA" sz="1000" spc="90" dirty="0" smtClean="0">
              <a:solidFill>
                <a:srgbClr val="1D283B"/>
              </a:solidFill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90" dirty="0" err="1" smtClean="0">
                <a:solidFill>
                  <a:srgbClr val="1D283B"/>
                </a:solidFill>
                <a:latin typeface="Microsoft Sans Serif"/>
                <a:cs typeface="Microsoft Sans Serif"/>
              </a:rPr>
              <a:t>гра</a:t>
            </a:r>
            <a:r>
              <a:rPr sz="1000" spc="480" dirty="0" smtClean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(напр.,</a:t>
            </a:r>
            <a:r>
              <a:rPr sz="1000" spc="48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фантастичний</a:t>
            </a:r>
            <a:r>
              <a:rPr sz="1000" spc="48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ліс,</a:t>
            </a:r>
            <a:r>
              <a:rPr sz="1000" spc="48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інша</a:t>
            </a:r>
            <a:r>
              <a:rPr sz="1000" spc="48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планета,</a:t>
            </a:r>
            <a:endParaRPr sz="1000" dirty="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3499" y="6650899"/>
            <a:ext cx="28009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3.</a:t>
            </a:r>
            <a:r>
              <a:rPr sz="1400" b="1" spc="7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200" dirty="0">
                <a:solidFill>
                  <a:srgbClr val="2462EB"/>
                </a:solidFill>
                <a:latin typeface="Trebuchet MS"/>
                <a:cs typeface="Trebuchet MS"/>
              </a:rPr>
              <a:t>ПЕРСОНАЖІ</a:t>
            </a:r>
            <a:r>
              <a:rPr sz="1400" b="1" spc="7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14" dirty="0">
                <a:solidFill>
                  <a:srgbClr val="2462EB"/>
                </a:solidFill>
                <a:latin typeface="Trebuchet MS"/>
                <a:cs typeface="Trebuchet MS"/>
              </a:rPr>
              <a:t>ТА</a:t>
            </a: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55" dirty="0">
                <a:solidFill>
                  <a:srgbClr val="2462EB"/>
                </a:solidFill>
                <a:latin typeface="Trebuchet MS"/>
                <a:cs typeface="Trebuchet MS"/>
              </a:rPr>
              <a:t>ОБ'ЄКТИ</a:t>
            </a:r>
            <a:endParaRPr sz="1400">
              <a:latin typeface="Trebuchet MS"/>
              <a:cs typeface="Trebuchet MS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602150"/>
              </p:ext>
            </p:extLst>
          </p:nvPr>
        </p:nvGraphicFramePr>
        <p:xfrm>
          <a:off x="806825" y="6914424"/>
          <a:ext cx="5939789" cy="187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9840"/>
                <a:gridCol w="1080135"/>
                <a:gridCol w="1259839"/>
                <a:gridCol w="2339975"/>
              </a:tblGrid>
              <a:tr h="508000">
                <a:tc>
                  <a:txBody>
                    <a:bodyPr/>
                    <a:lstStyle/>
                    <a:p>
                      <a:pPr marL="572770" marR="110489" indent="-454659">
                        <a:lnSpc>
                          <a:spcPct val="111100"/>
                        </a:lnSpc>
                        <a:spcBef>
                          <a:spcPts val="680"/>
                        </a:spcBef>
                      </a:pPr>
                      <a:r>
                        <a:rPr sz="900" b="1" spc="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Об'єкт/Персона </a:t>
                      </a:r>
                      <a:r>
                        <a:rPr sz="900" b="1" spc="1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ж</a:t>
                      </a:r>
                      <a:endParaRPr sz="900" dirty="0">
                        <a:latin typeface="Trebuchet MS"/>
                        <a:cs typeface="Trebuchet MS"/>
                      </a:endParaRPr>
                    </a:p>
                  </a:txBody>
                  <a:tcPr marL="0" marR="0" marT="8636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246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Роль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46355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2462EB"/>
                    </a:solidFill>
                  </a:tcPr>
                </a:tc>
                <a:tc>
                  <a:txBody>
                    <a:bodyPr/>
                    <a:lstStyle/>
                    <a:p>
                      <a:pPr marL="398780" marR="287020" indent="-104139">
                        <a:lnSpc>
                          <a:spcPct val="111100"/>
                        </a:lnSpc>
                        <a:spcBef>
                          <a:spcPts val="680"/>
                        </a:spcBef>
                      </a:pPr>
                      <a:r>
                        <a:rPr sz="900" b="1" spc="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Зовнішній вигляд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8636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2462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Основні</a:t>
                      </a:r>
                      <a:r>
                        <a:rPr sz="900" b="1" spc="6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b="1" spc="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дії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46355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2462E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 smtClean="0">
                          <a:latin typeface="Times New Roman"/>
                          <a:cs typeface="Times New Roman"/>
                        </a:rPr>
                        <a:t>Коду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 smtClean="0">
                          <a:latin typeface="Times New Roman"/>
                          <a:cs typeface="Times New Roman"/>
                        </a:rPr>
                        <a:t>Гравець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 smtClean="0">
                          <a:latin typeface="Times New Roman"/>
                          <a:cs typeface="Times New Roman"/>
                        </a:rPr>
                        <a:t>Космічний мандрівник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 smtClean="0">
                          <a:latin typeface="Times New Roman"/>
                          <a:cs typeface="Times New Roman"/>
                        </a:rPr>
                        <a:t>Бігає, стрибає, рухається вліво та вправо,</a:t>
                      </a:r>
                      <a:r>
                        <a:rPr lang="uk-UA" sz="1000" baseline="0" dirty="0" smtClean="0">
                          <a:latin typeface="Times New Roman"/>
                          <a:cs typeface="Times New Roman"/>
                        </a:rPr>
                        <a:t> рухає долонями, кліпає очима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 smtClean="0">
                          <a:latin typeface="Times New Roman"/>
                          <a:cs typeface="Times New Roman"/>
                        </a:rPr>
                        <a:t>Кристал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 smtClean="0">
                          <a:latin typeface="Times New Roman"/>
                          <a:cs typeface="Times New Roman"/>
                        </a:rPr>
                        <a:t>Бонус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 smtClean="0">
                          <a:latin typeface="Times New Roman"/>
                          <a:cs typeface="Times New Roman"/>
                        </a:rPr>
                        <a:t>Світиться яскраво-фіолетовим кольором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 smtClean="0">
                          <a:latin typeface="Times New Roman"/>
                          <a:cs typeface="Times New Roman"/>
                        </a:rPr>
                        <a:t>Додає по 10 очок на рахунок гравця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 smtClean="0">
                          <a:latin typeface="Times New Roman"/>
                          <a:cs typeface="Times New Roman"/>
                        </a:rPr>
                        <a:t>Дивна істота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 smtClean="0">
                          <a:latin typeface="Times New Roman"/>
                          <a:cs typeface="Times New Roman"/>
                        </a:rPr>
                        <a:t>Перешкода забрати кристал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 smtClean="0">
                          <a:latin typeface="Times New Roman"/>
                          <a:cs typeface="Times New Roman"/>
                        </a:rPr>
                        <a:t>Кругла з чорними голками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 smtClean="0">
                          <a:latin typeface="Times New Roman"/>
                          <a:cs typeface="Times New Roman"/>
                        </a:rPr>
                        <a:t>Ховається під кристалом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 smtClean="0">
                          <a:latin typeface="Times New Roman"/>
                          <a:cs typeface="Times New Roman"/>
                        </a:rPr>
                        <a:t>Портал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 smtClean="0">
                          <a:latin typeface="Times New Roman"/>
                          <a:cs typeface="Times New Roman"/>
                        </a:rPr>
                        <a:t>Мета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 smtClean="0">
                          <a:latin typeface="Times New Roman"/>
                          <a:cs typeface="Times New Roman"/>
                        </a:rPr>
                        <a:t>Чорний прямокутник з фіолетовою серцевиною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1000" dirty="0" smtClean="0">
                          <a:latin typeface="Times New Roman"/>
                          <a:cs typeface="Times New Roman"/>
                        </a:rPr>
                        <a:t>Відкривається та надає право повернутися гравцю додому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783499" y="8778403"/>
            <a:ext cx="4919345" cy="48895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4.</a:t>
            </a:r>
            <a:r>
              <a:rPr sz="1400" b="1" spc="8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95" dirty="0">
                <a:solidFill>
                  <a:srgbClr val="2462EB"/>
                </a:solidFill>
                <a:latin typeface="Trebuchet MS"/>
                <a:cs typeface="Trebuchet MS"/>
              </a:rPr>
              <a:t>ПРАВИЛА</a:t>
            </a:r>
            <a:r>
              <a:rPr sz="1400" b="1" spc="9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95" dirty="0">
                <a:solidFill>
                  <a:srgbClr val="2462EB"/>
                </a:solidFill>
                <a:latin typeface="Trebuchet MS"/>
                <a:cs typeface="Trebuchet MS"/>
              </a:rPr>
              <a:t>ПРОГРАМУВАННЯ</a:t>
            </a:r>
            <a:r>
              <a:rPr sz="1400" b="1" spc="9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90" dirty="0">
                <a:solidFill>
                  <a:srgbClr val="2462EB"/>
                </a:solidFill>
                <a:latin typeface="Trebuchet MS"/>
                <a:cs typeface="Trebuchet MS"/>
              </a:rPr>
              <a:t>KODU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Задокументуйте </a:t>
            </a:r>
            <a:r>
              <a:rPr sz="1000" spc="70" dirty="0">
                <a:solidFill>
                  <a:srgbClr val="1D283B"/>
                </a:solidFill>
                <a:latin typeface="Microsoft Sans Serif"/>
                <a:cs typeface="Microsoft Sans Serif"/>
              </a:rPr>
              <a:t>основну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80" dirty="0">
                <a:solidFill>
                  <a:srgbClr val="1D283B"/>
                </a:solidFill>
                <a:latin typeface="Microsoft Sans Serif"/>
                <a:cs typeface="Microsoft Sans Serif"/>
              </a:rPr>
              <a:t>логіку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80" dirty="0">
                <a:solidFill>
                  <a:srgbClr val="1D283B"/>
                </a:solidFill>
                <a:latin typeface="Microsoft Sans Serif"/>
                <a:cs typeface="Microsoft Sans Serif"/>
              </a:rPr>
              <a:t>програмування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90" dirty="0">
                <a:solidFill>
                  <a:srgbClr val="1D283B"/>
                </a:solidFill>
                <a:latin typeface="Microsoft Sans Serif"/>
                <a:cs typeface="Microsoft Sans Serif"/>
              </a:rPr>
              <a:t>у</a:t>
            </a:r>
            <a:r>
              <a:rPr sz="1000" spc="8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60" dirty="0">
                <a:solidFill>
                  <a:srgbClr val="1D283B"/>
                </a:solidFill>
                <a:latin typeface="Microsoft Sans Serif"/>
                <a:cs typeface="Microsoft Sans Serif"/>
              </a:rPr>
              <a:t>форматі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1D283B"/>
                </a:solidFill>
                <a:latin typeface="Microsoft Sans Serif"/>
                <a:cs typeface="Microsoft Sans Serif"/>
              </a:rPr>
              <a:t>КОЛИ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-170" dirty="0">
                <a:solidFill>
                  <a:srgbClr val="1D283B"/>
                </a:solidFill>
                <a:latin typeface="Microsoft Sans Serif"/>
                <a:cs typeface="Microsoft Sans Serif"/>
              </a:rPr>
              <a:t>→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1D283B"/>
                </a:solidFill>
                <a:latin typeface="Microsoft Sans Serif"/>
                <a:cs typeface="Microsoft Sans Serif"/>
              </a:rPr>
              <a:t>ТОДІ.</a:t>
            </a:r>
            <a:endParaRPr sz="1000" dirty="0">
              <a:latin typeface="Microsoft Sans Serif"/>
              <a:cs typeface="Microsoft Sans Serif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806825" y="9352825"/>
          <a:ext cx="5940425" cy="35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/>
                <a:gridCol w="2160270"/>
                <a:gridCol w="2339975"/>
              </a:tblGrid>
              <a:tr h="355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b="1" spc="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Об'єкт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>
                  <a:txBody>
                    <a:bodyPr/>
                    <a:lstStyle/>
                    <a:p>
                      <a:pPr marL="61214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b="1" spc="1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КОЛИ</a:t>
                      </a:r>
                      <a:r>
                        <a:rPr sz="900" b="1" spc="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b="1" spc="9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(Умова)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b="1" spc="9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ТОДІ</a:t>
                      </a:r>
                      <a:r>
                        <a:rPr sz="900" b="1" spc="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00" b="1" spc="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(Дія)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0FB8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278233"/>
              </p:ext>
            </p:extLst>
          </p:nvPr>
        </p:nvGraphicFramePr>
        <p:xfrm>
          <a:off x="806825" y="793024"/>
          <a:ext cx="5940425" cy="2042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/>
                <a:gridCol w="2160270"/>
                <a:gridCol w="2339975"/>
              </a:tblGrid>
              <a:tr h="4064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Kodu</a:t>
                      </a:r>
                      <a:r>
                        <a:rPr sz="900" spc="21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4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(Гравець)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6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Клавіатура</a:t>
                      </a:r>
                      <a:r>
                        <a:rPr sz="900" spc="5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6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900" spc="5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2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WASD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4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Рухатись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Kodu</a:t>
                      </a:r>
                      <a:r>
                        <a:rPr sz="900" spc="21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4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(Гравець)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6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Клавіатура</a:t>
                      </a:r>
                      <a:r>
                        <a:rPr sz="900" spc="5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6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900" spc="5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1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Пробіл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5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Стрибати</a:t>
                      </a:r>
                      <a:endParaRPr sz="9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-1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Яблуко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6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Зіткнення </a:t>
                      </a:r>
                      <a:r>
                        <a:rPr sz="900" spc="-16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900" spc="6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-2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Kodu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6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Вибух</a:t>
                      </a:r>
                      <a:r>
                        <a:rPr sz="900" spc="5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22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900" spc="5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7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Зникнути</a:t>
                      </a:r>
                      <a:r>
                        <a:rPr sz="900" spc="5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22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900" spc="5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50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Рахунок</a:t>
                      </a:r>
                      <a:r>
                        <a:rPr sz="900" spc="5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900" spc="95" dirty="0">
                          <a:solidFill>
                            <a:srgbClr val="1D283B"/>
                          </a:solidFill>
                          <a:latin typeface="Microsoft Sans Serif"/>
                          <a:cs typeface="Microsoft Sans Serif"/>
                        </a:rPr>
                        <a:t>+10</a:t>
                      </a:r>
                      <a:endParaRPr sz="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  <a:solidFill>
                      <a:srgbClr val="EBFDF4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900" dirty="0" smtClean="0">
                          <a:latin typeface="Times New Roman"/>
                          <a:cs typeface="Times New Roman"/>
                        </a:rPr>
                        <a:t>  Коду (Гравець)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900" dirty="0" smtClean="0">
                          <a:latin typeface="Times New Roman"/>
                          <a:cs typeface="Times New Roman"/>
                        </a:rPr>
                        <a:t>  Клавіатура → </a:t>
                      </a:r>
                      <a:r>
                        <a:rPr lang="uk-UA" sz="900" baseline="0" dirty="0" smtClean="0">
                          <a:latin typeface="Times New Roman"/>
                          <a:ea typeface="Segoe UI Emoji" panose="020B0502040204020203" pitchFamily="34" charset="0"/>
                          <a:cs typeface="Times New Roman"/>
                        </a:rPr>
                        <a:t>⬆</a:t>
                      </a:r>
                      <a:r>
                        <a:rPr lang="en-US" sz="900" dirty="0" smtClean="0">
                          <a:latin typeface="Segoe UI Emoji" panose="020B0502040204020203" pitchFamily="34" charset="0"/>
                          <a:ea typeface="Segoe UI Emoji" panose="020B0502040204020203" pitchFamily="34" charset="0"/>
                          <a:cs typeface="Times New Roman"/>
                        </a:rPr>
                        <a:t>⬇⬅➡</a:t>
                      </a:r>
                      <a:endParaRPr lang="en-US" sz="900" dirty="0" smtClean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900" dirty="0" smtClean="0">
                          <a:latin typeface="Times New Roman"/>
                          <a:cs typeface="Times New Roman"/>
                        </a:rPr>
                        <a:t>  Рухатись,</a:t>
                      </a:r>
                      <a:r>
                        <a:rPr lang="uk-UA" sz="900" baseline="0" dirty="0" smtClean="0">
                          <a:latin typeface="Times New Roman"/>
                          <a:cs typeface="Times New Roman"/>
                        </a:rPr>
                        <a:t> вліво, вправо, вперед, назад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900" dirty="0" smtClean="0">
                          <a:latin typeface="Times New Roman"/>
                          <a:cs typeface="Times New Roman"/>
                        </a:rPr>
                        <a:t>  Коду (Гравець)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900" dirty="0" smtClean="0">
                          <a:latin typeface="Times New Roman"/>
                          <a:cs typeface="Times New Roman"/>
                        </a:rPr>
                        <a:t>  Клавіатура → Пробіл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900" dirty="0" smtClean="0">
                          <a:latin typeface="Times New Roman"/>
                          <a:cs typeface="Times New Roman"/>
                        </a:rPr>
                        <a:t>  Стрибати, рухати долонями, кліпати очима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900" dirty="0" smtClean="0">
                          <a:latin typeface="Times New Roman"/>
                          <a:cs typeface="Times New Roman"/>
                        </a:rPr>
                        <a:t>  Коду (Гравець)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900" dirty="0" smtClean="0">
                          <a:latin typeface="Times New Roman"/>
                          <a:cs typeface="Times New Roman"/>
                        </a:rPr>
                        <a:t>  Клавіатура → </a:t>
                      </a:r>
                      <a:r>
                        <a:rPr lang="en-US" sz="900" dirty="0" smtClean="0">
                          <a:latin typeface="Times New Roman"/>
                          <a:cs typeface="Times New Roman"/>
                        </a:rPr>
                        <a:t>E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uk-UA" sz="900" dirty="0" smtClean="0">
                          <a:latin typeface="Times New Roman"/>
                          <a:cs typeface="Times New Roman"/>
                        </a:rPr>
                        <a:t>  Збирає кристал +10 очок</a:t>
                      </a: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4748A"/>
                      </a:solidFill>
                      <a:prstDash val="solid"/>
                    </a:lnL>
                    <a:lnR w="6350">
                      <a:solidFill>
                        <a:srgbClr val="64748A"/>
                      </a:solidFill>
                      <a:prstDash val="solid"/>
                    </a:lnR>
                    <a:lnT w="6350">
                      <a:solidFill>
                        <a:srgbClr val="64748A"/>
                      </a:solidFill>
                      <a:prstDash val="solid"/>
                    </a:lnT>
                    <a:lnB w="6350">
                      <a:solidFill>
                        <a:srgbClr val="64748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068104" y="2764699"/>
            <a:ext cx="34239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85" dirty="0">
                <a:solidFill>
                  <a:srgbClr val="64748A"/>
                </a:solidFill>
                <a:latin typeface="Microsoft Sans Serif"/>
                <a:cs typeface="Microsoft Sans Serif"/>
              </a:rPr>
              <a:t>* </a:t>
            </a:r>
            <a:r>
              <a:rPr sz="800" spc="20" dirty="0">
                <a:solidFill>
                  <a:srgbClr val="64748A"/>
                </a:solidFill>
                <a:latin typeface="Microsoft Sans Serif"/>
                <a:cs typeface="Microsoft Sans Serif"/>
              </a:rPr>
              <a:t>Сірі</a:t>
            </a:r>
            <a:r>
              <a:rPr sz="800" spc="90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65" dirty="0">
                <a:solidFill>
                  <a:srgbClr val="64748A"/>
                </a:solidFill>
                <a:latin typeface="Microsoft Sans Serif"/>
                <a:cs typeface="Microsoft Sans Serif"/>
              </a:rPr>
              <a:t>рядки</a:t>
            </a:r>
            <a:r>
              <a:rPr sz="800" spc="90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60" dirty="0">
                <a:solidFill>
                  <a:srgbClr val="64748A"/>
                </a:solidFill>
                <a:latin typeface="Microsoft Sans Serif"/>
                <a:cs typeface="Microsoft Sans Serif"/>
              </a:rPr>
              <a:t>показують</a:t>
            </a:r>
            <a:r>
              <a:rPr sz="800" spc="90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60" dirty="0">
                <a:solidFill>
                  <a:srgbClr val="64748A"/>
                </a:solidFill>
                <a:latin typeface="Microsoft Sans Serif"/>
                <a:cs typeface="Microsoft Sans Serif"/>
              </a:rPr>
              <a:t>приклади</a:t>
            </a:r>
            <a:r>
              <a:rPr sz="800" spc="90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320" dirty="0">
                <a:solidFill>
                  <a:srgbClr val="64748A"/>
                </a:solidFill>
                <a:latin typeface="Microsoft Sans Serif"/>
                <a:cs typeface="Microsoft Sans Serif"/>
              </a:rPr>
              <a:t>—</a:t>
            </a:r>
            <a:r>
              <a:rPr sz="800" spc="85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20" dirty="0">
                <a:solidFill>
                  <a:srgbClr val="64748A"/>
                </a:solidFill>
                <a:latin typeface="Microsoft Sans Serif"/>
                <a:cs typeface="Microsoft Sans Serif"/>
              </a:rPr>
              <a:t>замініть</a:t>
            </a:r>
            <a:r>
              <a:rPr sz="800" spc="90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50" dirty="0">
                <a:solidFill>
                  <a:srgbClr val="64748A"/>
                </a:solidFill>
                <a:latin typeface="Microsoft Sans Serif"/>
                <a:cs typeface="Microsoft Sans Serif"/>
              </a:rPr>
              <a:t>на</a:t>
            </a:r>
            <a:r>
              <a:rPr sz="800" spc="90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20" dirty="0">
                <a:solidFill>
                  <a:srgbClr val="64748A"/>
                </a:solidFill>
                <a:latin typeface="Microsoft Sans Serif"/>
                <a:cs typeface="Microsoft Sans Serif"/>
              </a:rPr>
              <a:t>власні</a:t>
            </a:r>
            <a:r>
              <a:rPr sz="800" spc="90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40" dirty="0">
                <a:solidFill>
                  <a:srgbClr val="64748A"/>
                </a:solidFill>
                <a:latin typeface="Microsoft Sans Serif"/>
                <a:cs typeface="Microsoft Sans Serif"/>
              </a:rPr>
              <a:t>правила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3499" y="3036248"/>
            <a:ext cx="2279015" cy="74485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5.</a:t>
            </a:r>
            <a:r>
              <a:rPr sz="1400" b="1" spc="7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95" dirty="0">
                <a:solidFill>
                  <a:srgbClr val="2462EB"/>
                </a:solidFill>
                <a:latin typeface="Trebuchet MS"/>
                <a:cs typeface="Trebuchet MS"/>
              </a:rPr>
              <a:t>ДИЗАЙН</a:t>
            </a:r>
            <a:r>
              <a:rPr sz="1400" b="1" spc="75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25" dirty="0">
                <a:solidFill>
                  <a:srgbClr val="2462EB"/>
                </a:solidFill>
                <a:latin typeface="Trebuchet MS"/>
                <a:cs typeface="Trebuchet MS"/>
              </a:rPr>
              <a:t>СВІТУ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00" b="1" spc="85" dirty="0">
                <a:solidFill>
                  <a:srgbClr val="1D283B"/>
                </a:solidFill>
                <a:latin typeface="Trebuchet MS"/>
                <a:cs typeface="Trebuchet MS"/>
              </a:rPr>
              <a:t>Тип</a:t>
            </a:r>
            <a:r>
              <a:rPr sz="1100" b="1" spc="55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sz="1100" b="1" spc="75" dirty="0">
                <a:solidFill>
                  <a:srgbClr val="1D283B"/>
                </a:solidFill>
                <a:latin typeface="Trebuchet MS"/>
                <a:cs typeface="Trebuchet MS"/>
              </a:rPr>
              <a:t>місцевості:</a:t>
            </a:r>
            <a:endParaRPr sz="1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  <a:tabLst>
                <a:tab pos="866775" algn="l"/>
                <a:tab pos="1767205" algn="l"/>
              </a:tabLst>
            </a:pP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[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]</a:t>
            </a:r>
            <a:r>
              <a:rPr sz="1000" spc="5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45" dirty="0">
                <a:solidFill>
                  <a:srgbClr val="1D283B"/>
                </a:solidFill>
                <a:latin typeface="Microsoft Sans Serif"/>
                <a:cs typeface="Microsoft Sans Serif"/>
              </a:rPr>
              <a:t>Рівнина</a:t>
            </a:r>
            <a:r>
              <a:rPr sz="1000" dirty="0">
                <a:solidFill>
                  <a:srgbClr val="1D283B"/>
                </a:solidFill>
                <a:latin typeface="Microsoft Sans Serif"/>
                <a:cs typeface="Microsoft Sans Serif"/>
              </a:rPr>
              <a:t>	</a:t>
            </a: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[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]</a:t>
            </a:r>
            <a:r>
              <a:rPr sz="1000" spc="55" dirty="0">
                <a:solidFill>
                  <a:srgbClr val="1D283B"/>
                </a:solidFill>
                <a:latin typeface="Microsoft Sans Serif"/>
                <a:cs typeface="Microsoft Sans Serif"/>
              </a:rPr>
              <a:t> Пагорби</a:t>
            </a:r>
            <a:r>
              <a:rPr sz="1000" dirty="0">
                <a:solidFill>
                  <a:srgbClr val="1D283B"/>
                </a:solidFill>
                <a:latin typeface="Microsoft Sans Serif"/>
                <a:cs typeface="Microsoft Sans Serif"/>
              </a:rPr>
              <a:t>	</a:t>
            </a: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[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]</a:t>
            </a:r>
            <a:r>
              <a:rPr sz="1000" spc="5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45" dirty="0">
                <a:solidFill>
                  <a:srgbClr val="1D283B"/>
                </a:solidFill>
                <a:latin typeface="Microsoft Sans Serif"/>
                <a:cs typeface="Microsoft Sans Serif"/>
              </a:rPr>
              <a:t>Гори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98112" y="3602899"/>
            <a:ext cx="1570738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3895" algn="l"/>
              </a:tabLst>
            </a:pP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[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]</a:t>
            </a:r>
            <a:r>
              <a:rPr sz="1000" spc="5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35" dirty="0">
                <a:solidFill>
                  <a:srgbClr val="1D283B"/>
                </a:solidFill>
                <a:latin typeface="Microsoft Sans Serif"/>
                <a:cs typeface="Microsoft Sans Serif"/>
              </a:rPr>
              <a:t>Вода</a:t>
            </a:r>
            <a:r>
              <a:rPr sz="1000" dirty="0">
                <a:solidFill>
                  <a:srgbClr val="1D283B"/>
                </a:solidFill>
                <a:latin typeface="Microsoft Sans Serif"/>
                <a:cs typeface="Microsoft Sans Serif"/>
              </a:rPr>
              <a:t>	</a:t>
            </a:r>
            <a:r>
              <a:rPr sz="1000" spc="110" dirty="0" smtClean="0">
                <a:solidFill>
                  <a:srgbClr val="1D283B"/>
                </a:solidFill>
                <a:latin typeface="Microsoft Sans Serif"/>
                <a:cs typeface="Microsoft Sans Serif"/>
              </a:rPr>
              <a:t>[</a:t>
            </a:r>
            <a:r>
              <a:rPr lang="uk-UA" sz="1000" spc="110" dirty="0" smtClean="0">
                <a:solidFill>
                  <a:srgbClr val="1D283B"/>
                </a:solidFill>
                <a:latin typeface="Microsoft Sans Serif"/>
                <a:ea typeface="Segoe UI Emoji" panose="020B0502040204020203" pitchFamily="34" charset="0"/>
                <a:cs typeface="Microsoft Sans Serif"/>
              </a:rPr>
              <a:t>✓</a:t>
            </a:r>
            <a:r>
              <a:rPr sz="1000" spc="50" dirty="0" smtClean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110" dirty="0">
                <a:solidFill>
                  <a:srgbClr val="1D283B"/>
                </a:solidFill>
                <a:latin typeface="Microsoft Sans Serif"/>
                <a:cs typeface="Microsoft Sans Serif"/>
              </a:rPr>
              <a:t>]</a:t>
            </a:r>
            <a:r>
              <a:rPr sz="1000" spc="5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Змішана</a:t>
            </a:r>
            <a:endParaRPr sz="10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3499" y="3868583"/>
            <a:ext cx="3630929" cy="59817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100" b="1" spc="100" dirty="0">
                <a:solidFill>
                  <a:srgbClr val="1D283B"/>
                </a:solidFill>
                <a:latin typeface="Trebuchet MS"/>
                <a:cs typeface="Trebuchet MS"/>
              </a:rPr>
              <a:t>Ескіз</a:t>
            </a:r>
            <a:r>
              <a:rPr sz="1100" b="1" spc="50" dirty="0">
                <a:solidFill>
                  <a:srgbClr val="1D283B"/>
                </a:solidFill>
                <a:latin typeface="Trebuchet MS"/>
                <a:cs typeface="Trebuchet MS"/>
              </a:rPr>
              <a:t> </a:t>
            </a:r>
            <a:r>
              <a:rPr sz="1100" b="1" spc="70" dirty="0">
                <a:solidFill>
                  <a:srgbClr val="1D283B"/>
                </a:solidFill>
                <a:latin typeface="Trebuchet MS"/>
                <a:cs typeface="Trebuchet MS"/>
              </a:rPr>
              <a:t>світу:</a:t>
            </a:r>
            <a:endParaRPr sz="1100" dirty="0">
              <a:latin typeface="Trebuchet MS"/>
              <a:cs typeface="Trebuchet MS"/>
            </a:endParaRPr>
          </a:p>
          <a:p>
            <a:pPr marL="12700" marR="5080">
              <a:lnSpc>
                <a:spcPct val="116700"/>
              </a:lnSpc>
              <a:spcBef>
                <a:spcPts val="80"/>
              </a:spcBef>
            </a:pP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Намалюйте</a:t>
            </a:r>
            <a:r>
              <a:rPr sz="1000" spc="215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80" dirty="0">
                <a:solidFill>
                  <a:srgbClr val="1D283B"/>
                </a:solidFill>
                <a:latin typeface="Microsoft Sans Serif"/>
                <a:cs typeface="Microsoft Sans Serif"/>
              </a:rPr>
              <a:t>просту</a:t>
            </a:r>
            <a:r>
              <a:rPr sz="1000" spc="22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90" dirty="0">
                <a:solidFill>
                  <a:srgbClr val="1D283B"/>
                </a:solidFill>
                <a:latin typeface="Microsoft Sans Serif"/>
                <a:cs typeface="Microsoft Sans Serif"/>
              </a:rPr>
              <a:t>карту</a:t>
            </a:r>
            <a:r>
              <a:rPr sz="1000" spc="22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ігрового</a:t>
            </a:r>
            <a:r>
              <a:rPr sz="1000" spc="22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світу</a:t>
            </a:r>
            <a:r>
              <a:rPr sz="1000" spc="215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зверху, </a:t>
            </a:r>
            <a:r>
              <a:rPr sz="1000" spc="70" dirty="0">
                <a:solidFill>
                  <a:srgbClr val="1D283B"/>
                </a:solidFill>
                <a:latin typeface="Microsoft Sans Serif"/>
                <a:cs typeface="Microsoft Sans Serif"/>
              </a:rPr>
              <a:t>розміщення </a:t>
            </a:r>
            <a:r>
              <a:rPr sz="1000" spc="55" dirty="0">
                <a:solidFill>
                  <a:srgbClr val="1D283B"/>
                </a:solidFill>
                <a:latin typeface="Microsoft Sans Serif"/>
                <a:cs typeface="Microsoft Sans Serif"/>
              </a:rPr>
              <a:t>об'єктів.</a:t>
            </a:r>
            <a:endParaRPr sz="1000" dirty="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11186" y="4110899"/>
            <a:ext cx="22656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70" dirty="0">
                <a:solidFill>
                  <a:srgbClr val="1D283B"/>
                </a:solidFill>
                <a:latin typeface="Microsoft Sans Serif"/>
                <a:cs typeface="Microsoft Sans Serif"/>
              </a:rPr>
              <a:t>показуючи</a:t>
            </a:r>
            <a:r>
              <a:rPr sz="1000" spc="22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ключові</a:t>
            </a:r>
            <a:r>
              <a:rPr sz="1000" spc="22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локації</a:t>
            </a:r>
            <a:r>
              <a:rPr sz="1000" spc="225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та</a:t>
            </a:r>
            <a:endParaRPr sz="1000" dirty="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78573" y="4565735"/>
            <a:ext cx="5940432" cy="1993264"/>
            <a:chOff x="809993" y="4549060"/>
            <a:chExt cx="5940432" cy="1993264"/>
          </a:xfrm>
        </p:grpSpPr>
        <p:sp>
          <p:nvSpPr>
            <p:cNvPr id="10" name="object 10"/>
            <p:cNvSpPr/>
            <p:nvPr/>
          </p:nvSpPr>
          <p:spPr>
            <a:xfrm>
              <a:off x="809993" y="4549060"/>
              <a:ext cx="5940425" cy="1993264"/>
            </a:xfrm>
            <a:custGeom>
              <a:avLst/>
              <a:gdLst/>
              <a:ahLst/>
              <a:cxnLst/>
              <a:rect l="l" t="t" r="r" b="b"/>
              <a:pathLst>
                <a:path w="5940425" h="1993265">
                  <a:moveTo>
                    <a:pt x="5940006" y="1979993"/>
                  </a:moveTo>
                  <a:lnTo>
                    <a:pt x="0" y="1979993"/>
                  </a:lnTo>
                  <a:lnTo>
                    <a:pt x="0" y="1992693"/>
                  </a:lnTo>
                  <a:lnTo>
                    <a:pt x="5940006" y="1992693"/>
                  </a:lnTo>
                  <a:lnTo>
                    <a:pt x="5940006" y="1979993"/>
                  </a:lnTo>
                  <a:close/>
                </a:path>
                <a:path w="5940425" h="1993265">
                  <a:moveTo>
                    <a:pt x="5940006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5940006" y="12700"/>
                  </a:lnTo>
                  <a:lnTo>
                    <a:pt x="5940006" y="0"/>
                  </a:lnTo>
                  <a:close/>
                </a:path>
              </a:pathLst>
            </a:custGeom>
            <a:solidFill>
              <a:srgbClr val="6474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0000" y="4555400"/>
              <a:ext cx="5940425" cy="1980564"/>
            </a:xfrm>
            <a:custGeom>
              <a:avLst/>
              <a:gdLst/>
              <a:ahLst/>
              <a:cxnLst/>
              <a:rect l="l" t="t" r="r" b="b"/>
              <a:pathLst>
                <a:path w="5940425" h="1980565">
                  <a:moveTo>
                    <a:pt x="0" y="1979999"/>
                  </a:moveTo>
                  <a:lnTo>
                    <a:pt x="0" y="0"/>
                  </a:lnTo>
                </a:path>
                <a:path w="5940425" h="1980565">
                  <a:moveTo>
                    <a:pt x="5939999" y="1979999"/>
                  </a:moveTo>
                  <a:lnTo>
                    <a:pt x="5939999" y="0"/>
                  </a:lnTo>
                </a:path>
              </a:pathLst>
            </a:custGeom>
            <a:ln w="12699">
              <a:solidFill>
                <a:srgbClr val="64748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83499" y="6725901"/>
            <a:ext cx="357377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6. </a:t>
            </a:r>
            <a:r>
              <a:rPr sz="1400" b="1" spc="215" dirty="0">
                <a:solidFill>
                  <a:srgbClr val="2462EB"/>
                </a:solidFill>
                <a:latin typeface="Trebuchet MS"/>
                <a:cs typeface="Trebuchet MS"/>
              </a:rPr>
              <a:t>УМОВИ</a:t>
            </a: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85" dirty="0">
                <a:solidFill>
                  <a:srgbClr val="2462EB"/>
                </a:solidFill>
                <a:latin typeface="Trebuchet MS"/>
                <a:cs typeface="Trebuchet MS"/>
              </a:rPr>
              <a:t>ПЕРЕМОГИ</a:t>
            </a: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14" dirty="0">
                <a:solidFill>
                  <a:srgbClr val="2462EB"/>
                </a:solidFill>
                <a:latin typeface="Trebuchet MS"/>
                <a:cs typeface="Trebuchet MS"/>
              </a:rPr>
              <a:t>ТА</a:t>
            </a:r>
            <a:r>
              <a:rPr sz="1400" b="1" spc="80" dirty="0">
                <a:solidFill>
                  <a:srgbClr val="2462EB"/>
                </a:solidFill>
                <a:latin typeface="Trebuchet MS"/>
                <a:cs typeface="Trebuchet MS"/>
              </a:rPr>
              <a:t> </a:t>
            </a:r>
            <a:r>
              <a:rPr sz="1400" b="1" spc="195" dirty="0">
                <a:solidFill>
                  <a:srgbClr val="2462EB"/>
                </a:solidFill>
                <a:latin typeface="Trebuchet MS"/>
                <a:cs typeface="Trebuchet MS"/>
              </a:rPr>
              <a:t>ПОРАЗКИ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3500" y="7030701"/>
            <a:ext cx="87121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95" dirty="0">
                <a:solidFill>
                  <a:srgbClr val="64748A"/>
                </a:solidFill>
                <a:latin typeface="Trebuchet MS"/>
                <a:cs typeface="Trebuchet MS"/>
              </a:rPr>
              <a:t>Умова </a:t>
            </a:r>
            <a:r>
              <a:rPr sz="1000" b="1" spc="114" dirty="0">
                <a:solidFill>
                  <a:srgbClr val="64748A"/>
                </a:solidFill>
                <a:latin typeface="Trebuchet MS"/>
                <a:cs typeface="Trebuchet MS"/>
              </a:rPr>
              <a:t>ПЕРЕМОГИ: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33500" y="7005301"/>
            <a:ext cx="4553585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000" dirty="0">
                <a:solidFill>
                  <a:srgbClr val="1D283B"/>
                </a:solidFill>
                <a:latin typeface="Microsoft Sans Serif"/>
                <a:cs typeface="Microsoft Sans Serif"/>
              </a:rPr>
              <a:t>Як</a:t>
            </a:r>
            <a:r>
              <a:rPr sz="1000" spc="17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гравець</a:t>
            </a:r>
            <a:r>
              <a:rPr sz="1000" spc="17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перемагає?</a:t>
            </a:r>
            <a:r>
              <a:rPr sz="1000" spc="175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(напр.,</a:t>
            </a:r>
            <a:r>
              <a:rPr sz="1000" spc="17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зібрати</a:t>
            </a:r>
            <a:r>
              <a:rPr sz="1000" spc="17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всі</a:t>
            </a:r>
            <a:r>
              <a:rPr sz="1000" spc="175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яблука,</a:t>
            </a:r>
            <a:r>
              <a:rPr sz="1000" spc="170" dirty="0">
                <a:solidFill>
                  <a:srgbClr val="1D283B"/>
                </a:solidFill>
                <a:latin typeface="Microsoft Sans Serif"/>
                <a:cs typeface="Microsoft Sans Serif"/>
              </a:rPr>
              <a:t> 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дістатися фінішу,</a:t>
            </a:r>
            <a:r>
              <a:rPr sz="1000" spc="6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80" dirty="0">
                <a:solidFill>
                  <a:srgbClr val="1D283B"/>
                </a:solidFill>
                <a:latin typeface="Microsoft Sans Serif"/>
                <a:cs typeface="Microsoft Sans Serif"/>
              </a:rPr>
              <a:t>перемогти</a:t>
            </a:r>
            <a:r>
              <a:rPr sz="1000" spc="60" dirty="0">
                <a:solidFill>
                  <a:srgbClr val="1D283B"/>
                </a:solidFill>
                <a:latin typeface="Microsoft Sans Serif"/>
                <a:cs typeface="Microsoft Sans Serif"/>
              </a:rPr>
              <a:t> всіх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55" dirty="0">
                <a:solidFill>
                  <a:srgbClr val="1D283B"/>
                </a:solidFill>
                <a:latin typeface="Microsoft Sans Serif"/>
                <a:cs typeface="Microsoft Sans Serif"/>
              </a:rPr>
              <a:t>ворогів)</a:t>
            </a:r>
            <a:endParaRPr sz="1000" dirty="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070000" y="7424400"/>
            <a:ext cx="4680585" cy="457200"/>
            <a:chOff x="2070000" y="7424400"/>
            <a:chExt cx="4680585" cy="457200"/>
          </a:xfrm>
        </p:grpSpPr>
        <p:sp>
          <p:nvSpPr>
            <p:cNvPr id="16" name="object 16"/>
            <p:cNvSpPr/>
            <p:nvPr/>
          </p:nvSpPr>
          <p:spPr>
            <a:xfrm>
              <a:off x="2070000" y="7424400"/>
              <a:ext cx="4680585" cy="457200"/>
            </a:xfrm>
            <a:custGeom>
              <a:avLst/>
              <a:gdLst/>
              <a:ahLst/>
              <a:cxnLst/>
              <a:rect l="l" t="t" r="r" b="b"/>
              <a:pathLst>
                <a:path w="4680584" h="457200">
                  <a:moveTo>
                    <a:pt x="4679999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4679999" y="457199"/>
                  </a:lnTo>
                  <a:lnTo>
                    <a:pt x="4679999" y="0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r>
                <a:rPr lang="uk-UA" dirty="0" smtClean="0"/>
                <a:t>Зібрав всі кристали, дістався через перешкоди до </a:t>
              </a:r>
              <a:r>
                <a:rPr lang="uk-UA" dirty="0" err="1" smtClean="0"/>
                <a:t>порталу,повернувся</a:t>
              </a:r>
              <a:r>
                <a:rPr lang="uk-UA" dirty="0" smtClean="0"/>
                <a:t> додому</a:t>
              </a:r>
              <a:endParaRPr dirty="0"/>
            </a:p>
          </p:txBody>
        </p:sp>
        <p:sp>
          <p:nvSpPr>
            <p:cNvPr id="17" name="object 17"/>
            <p:cNvSpPr/>
            <p:nvPr/>
          </p:nvSpPr>
          <p:spPr>
            <a:xfrm>
              <a:off x="2146200" y="7653127"/>
              <a:ext cx="4508500" cy="152400"/>
            </a:xfrm>
            <a:custGeom>
              <a:avLst/>
              <a:gdLst/>
              <a:ahLst/>
              <a:cxnLst/>
              <a:rect l="l" t="t" r="r" b="b"/>
              <a:pathLst>
                <a:path w="4508500" h="152400">
                  <a:moveTo>
                    <a:pt x="0" y="0"/>
                  </a:moveTo>
                  <a:lnTo>
                    <a:pt x="4508500" y="0"/>
                  </a:lnTo>
                </a:path>
                <a:path w="4508500" h="152400">
                  <a:moveTo>
                    <a:pt x="0" y="152400"/>
                  </a:moveTo>
                  <a:lnTo>
                    <a:pt x="571500" y="152400"/>
                  </a:lnTo>
                </a:path>
              </a:pathLst>
            </a:custGeom>
            <a:ln w="8890">
              <a:solidFill>
                <a:srgbClr val="1C2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3500" y="7894300"/>
            <a:ext cx="7823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95" dirty="0">
                <a:solidFill>
                  <a:srgbClr val="64748A"/>
                </a:solidFill>
                <a:latin typeface="Trebuchet MS"/>
                <a:cs typeface="Trebuchet MS"/>
              </a:rPr>
              <a:t>Умова </a:t>
            </a:r>
            <a:r>
              <a:rPr sz="1000" b="1" spc="120" dirty="0">
                <a:solidFill>
                  <a:srgbClr val="64748A"/>
                </a:solidFill>
                <a:latin typeface="Trebuchet MS"/>
                <a:cs typeface="Trebuchet MS"/>
              </a:rPr>
              <a:t>ПОРАЗКИ: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33500" y="7868900"/>
            <a:ext cx="4553585" cy="38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1000" dirty="0">
                <a:solidFill>
                  <a:srgbClr val="1D283B"/>
                </a:solidFill>
                <a:latin typeface="Microsoft Sans Serif"/>
                <a:cs typeface="Microsoft Sans Serif"/>
              </a:rPr>
              <a:t>Як</a:t>
            </a:r>
            <a:r>
              <a:rPr sz="1000" spc="19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75" dirty="0">
                <a:solidFill>
                  <a:srgbClr val="1D283B"/>
                </a:solidFill>
                <a:latin typeface="Microsoft Sans Serif"/>
                <a:cs typeface="Microsoft Sans Serif"/>
              </a:rPr>
              <a:t>гравець</a:t>
            </a:r>
            <a:r>
              <a:rPr sz="1000" spc="20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програє?</a:t>
            </a:r>
            <a:r>
              <a:rPr sz="1000" spc="19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(напр.,</a:t>
            </a:r>
            <a:r>
              <a:rPr sz="1000" spc="20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здоров'я</a:t>
            </a:r>
            <a:r>
              <a:rPr sz="1000" spc="20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245" dirty="0">
                <a:solidFill>
                  <a:srgbClr val="1D283B"/>
                </a:solidFill>
                <a:latin typeface="Microsoft Sans Serif"/>
                <a:cs typeface="Microsoft Sans Serif"/>
              </a:rPr>
              <a:t>=</a:t>
            </a:r>
            <a:r>
              <a:rPr sz="1000" spc="19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60" dirty="0">
                <a:solidFill>
                  <a:srgbClr val="1D283B"/>
                </a:solidFill>
                <a:latin typeface="Microsoft Sans Serif"/>
                <a:cs typeface="Microsoft Sans Serif"/>
              </a:rPr>
              <a:t>0,</a:t>
            </a:r>
            <a:r>
              <a:rPr sz="1000" spc="20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50" dirty="0">
                <a:solidFill>
                  <a:srgbClr val="1D283B"/>
                </a:solidFill>
                <a:latin typeface="Microsoft Sans Serif"/>
                <a:cs typeface="Microsoft Sans Serif"/>
              </a:rPr>
              <a:t>час</a:t>
            </a:r>
            <a:r>
              <a:rPr sz="1000" spc="195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70" dirty="0">
                <a:solidFill>
                  <a:srgbClr val="1D283B"/>
                </a:solidFill>
                <a:latin typeface="Microsoft Sans Serif"/>
                <a:cs typeface="Microsoft Sans Serif"/>
              </a:rPr>
              <a:t>вичерпано,</a:t>
            </a:r>
            <a:r>
              <a:rPr sz="1000" spc="20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65" dirty="0">
                <a:solidFill>
                  <a:srgbClr val="1D283B"/>
                </a:solidFill>
                <a:latin typeface="Microsoft Sans Serif"/>
                <a:cs typeface="Microsoft Sans Serif"/>
              </a:rPr>
              <a:t>впав</a:t>
            </a:r>
            <a:r>
              <a:rPr sz="1000" spc="200" dirty="0">
                <a:solidFill>
                  <a:srgbClr val="1D283B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1D283B"/>
                </a:solidFill>
                <a:latin typeface="Microsoft Sans Serif"/>
                <a:cs typeface="Microsoft Sans Serif"/>
              </a:rPr>
              <a:t>зі </a:t>
            </a:r>
            <a:r>
              <a:rPr sz="1000" spc="55" dirty="0">
                <a:solidFill>
                  <a:srgbClr val="1D283B"/>
                </a:solidFill>
                <a:latin typeface="Microsoft Sans Serif"/>
                <a:cs typeface="Microsoft Sans Serif"/>
              </a:rPr>
              <a:t>світу)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070000" y="8288000"/>
            <a:ext cx="4680585" cy="457200"/>
            <a:chOff x="2070000" y="8288000"/>
            <a:chExt cx="4680585" cy="457200"/>
          </a:xfrm>
        </p:grpSpPr>
        <p:sp>
          <p:nvSpPr>
            <p:cNvPr id="21" name="object 21"/>
            <p:cNvSpPr/>
            <p:nvPr/>
          </p:nvSpPr>
          <p:spPr>
            <a:xfrm>
              <a:off x="2070000" y="8288000"/>
              <a:ext cx="4680585" cy="457200"/>
            </a:xfrm>
            <a:custGeom>
              <a:avLst/>
              <a:gdLst/>
              <a:ahLst/>
              <a:cxnLst/>
              <a:rect l="l" t="t" r="r" b="b"/>
              <a:pathLst>
                <a:path w="4680584" h="457200">
                  <a:moveTo>
                    <a:pt x="4679999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4679999" y="457199"/>
                  </a:lnTo>
                  <a:lnTo>
                    <a:pt x="4679999" y="0"/>
                  </a:lnTo>
                  <a:close/>
                </a:path>
              </a:pathLst>
            </a:custGeom>
            <a:solidFill>
              <a:srgbClr val="F0F4F9"/>
            </a:solidFill>
          </p:spPr>
          <p:txBody>
            <a:bodyPr wrap="square" lIns="0" tIns="0" rIns="0" bIns="0" rtlCol="0"/>
            <a:lstStyle/>
            <a:p>
              <a:r>
                <a:rPr lang="uk-UA" dirty="0" smtClean="0"/>
                <a:t>Не встиг зібрати всі кристали, портал зачинився, час вичерпано </a:t>
              </a:r>
              <a:endParaRPr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2146200" y="8516727"/>
              <a:ext cx="4508500" cy="152400"/>
            </a:xfrm>
            <a:custGeom>
              <a:avLst/>
              <a:gdLst/>
              <a:ahLst/>
              <a:cxnLst/>
              <a:rect l="l" t="t" r="r" b="b"/>
              <a:pathLst>
                <a:path w="4508500" h="152400">
                  <a:moveTo>
                    <a:pt x="0" y="0"/>
                  </a:moveTo>
                  <a:lnTo>
                    <a:pt x="4508500" y="0"/>
                  </a:lnTo>
                </a:path>
                <a:path w="4508500" h="152400">
                  <a:moveTo>
                    <a:pt x="0" y="152400"/>
                  </a:moveTo>
                  <a:lnTo>
                    <a:pt x="571500" y="152400"/>
                  </a:lnTo>
                </a:path>
              </a:pathLst>
            </a:custGeom>
            <a:ln w="8890">
              <a:solidFill>
                <a:srgbClr val="1C273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796199" y="8948400"/>
            <a:ext cx="5967730" cy="0"/>
          </a:xfrm>
          <a:custGeom>
            <a:avLst/>
            <a:gdLst/>
            <a:ahLst/>
            <a:cxnLst/>
            <a:rect l="l" t="t" r="r" b="b"/>
            <a:pathLst>
              <a:path w="5967730">
                <a:moveTo>
                  <a:pt x="0" y="0"/>
                </a:moveTo>
                <a:lnTo>
                  <a:pt x="5967600" y="0"/>
                </a:lnTo>
              </a:path>
            </a:pathLst>
          </a:custGeom>
          <a:ln w="12700">
            <a:solidFill>
              <a:srgbClr val="6474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441067" y="9037300"/>
            <a:ext cx="267843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64748A"/>
                </a:solidFill>
                <a:latin typeface="Microsoft Sans Serif"/>
                <a:cs typeface="Microsoft Sans Serif"/>
              </a:rPr>
              <a:t>Kodu</a:t>
            </a:r>
            <a:r>
              <a:rPr sz="800" spc="114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64748A"/>
                </a:solidFill>
                <a:latin typeface="Microsoft Sans Serif"/>
                <a:cs typeface="Microsoft Sans Serif"/>
              </a:rPr>
              <a:t>Game</a:t>
            </a:r>
            <a:r>
              <a:rPr sz="800" spc="114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64748A"/>
                </a:solidFill>
                <a:latin typeface="Microsoft Sans Serif"/>
                <a:cs typeface="Microsoft Sans Serif"/>
              </a:rPr>
              <a:t>Lab</a:t>
            </a:r>
            <a:r>
              <a:rPr sz="800" spc="120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320" dirty="0">
                <a:solidFill>
                  <a:srgbClr val="64748A"/>
                </a:solidFill>
                <a:latin typeface="Microsoft Sans Serif"/>
                <a:cs typeface="Microsoft Sans Serif"/>
              </a:rPr>
              <a:t>—</a:t>
            </a:r>
            <a:r>
              <a:rPr sz="800" spc="114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60" dirty="0">
                <a:solidFill>
                  <a:srgbClr val="64748A"/>
                </a:solidFill>
                <a:latin typeface="Microsoft Sans Serif"/>
                <a:cs typeface="Microsoft Sans Serif"/>
              </a:rPr>
              <a:t>Шаблон</a:t>
            </a:r>
            <a:r>
              <a:rPr sz="800" spc="114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55" dirty="0">
                <a:solidFill>
                  <a:srgbClr val="64748A"/>
                </a:solidFill>
                <a:latin typeface="Microsoft Sans Serif"/>
                <a:cs typeface="Microsoft Sans Serif"/>
              </a:rPr>
              <a:t>дизайн-</a:t>
            </a:r>
            <a:r>
              <a:rPr sz="800" spc="60" dirty="0">
                <a:solidFill>
                  <a:srgbClr val="64748A"/>
                </a:solidFill>
                <a:latin typeface="Microsoft Sans Serif"/>
                <a:cs typeface="Microsoft Sans Serif"/>
              </a:rPr>
              <a:t>документа</a:t>
            </a:r>
            <a:r>
              <a:rPr sz="800" spc="120" dirty="0">
                <a:solidFill>
                  <a:srgbClr val="64748A"/>
                </a:solidFill>
                <a:latin typeface="Microsoft Sans Serif"/>
                <a:cs typeface="Microsoft Sans Serif"/>
              </a:rPr>
              <a:t> </a:t>
            </a:r>
            <a:r>
              <a:rPr sz="800" spc="50" dirty="0">
                <a:solidFill>
                  <a:srgbClr val="64748A"/>
                </a:solidFill>
                <a:latin typeface="Microsoft Sans Serif"/>
                <a:cs typeface="Microsoft Sans Serif"/>
              </a:rPr>
              <a:t>гри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5956300" y="6021614"/>
            <a:ext cx="666650" cy="315686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5" name="Улыбающееся лицо 34"/>
          <p:cNvSpPr/>
          <p:nvPr/>
        </p:nvSpPr>
        <p:spPr>
          <a:xfrm>
            <a:off x="1093730" y="4644534"/>
            <a:ext cx="305810" cy="293914"/>
          </a:xfrm>
          <a:prstGeom prst="smileyFac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5" name="Полилиния 44"/>
          <p:cNvSpPr/>
          <p:nvPr/>
        </p:nvSpPr>
        <p:spPr>
          <a:xfrm>
            <a:off x="1493865" y="4850732"/>
            <a:ext cx="1661160" cy="1356360"/>
          </a:xfrm>
          <a:custGeom>
            <a:avLst/>
            <a:gdLst>
              <a:gd name="connsiteX0" fmla="*/ 320040 w 1661160"/>
              <a:gd name="connsiteY0" fmla="*/ 320040 h 1356360"/>
              <a:gd name="connsiteX1" fmla="*/ 350520 w 1661160"/>
              <a:gd name="connsiteY1" fmla="*/ 243840 h 1356360"/>
              <a:gd name="connsiteX2" fmla="*/ 464820 w 1661160"/>
              <a:gd name="connsiteY2" fmla="*/ 167640 h 1356360"/>
              <a:gd name="connsiteX3" fmla="*/ 563880 w 1661160"/>
              <a:gd name="connsiteY3" fmla="*/ 99060 h 1356360"/>
              <a:gd name="connsiteX4" fmla="*/ 662940 w 1661160"/>
              <a:gd name="connsiteY4" fmla="*/ 0 h 1356360"/>
              <a:gd name="connsiteX5" fmla="*/ 792480 w 1661160"/>
              <a:gd name="connsiteY5" fmla="*/ 38100 h 1356360"/>
              <a:gd name="connsiteX6" fmla="*/ 876300 w 1661160"/>
              <a:gd name="connsiteY6" fmla="*/ 7620 h 1356360"/>
              <a:gd name="connsiteX7" fmla="*/ 1158240 w 1661160"/>
              <a:gd name="connsiteY7" fmla="*/ 22860 h 1356360"/>
              <a:gd name="connsiteX8" fmla="*/ 1196340 w 1661160"/>
              <a:gd name="connsiteY8" fmla="*/ 137160 h 1356360"/>
              <a:gd name="connsiteX9" fmla="*/ 1287780 w 1661160"/>
              <a:gd name="connsiteY9" fmla="*/ 175260 h 1356360"/>
              <a:gd name="connsiteX10" fmla="*/ 1417320 w 1661160"/>
              <a:gd name="connsiteY10" fmla="*/ 251460 h 1356360"/>
              <a:gd name="connsiteX11" fmla="*/ 1424940 w 1661160"/>
              <a:gd name="connsiteY11" fmla="*/ 373380 h 1356360"/>
              <a:gd name="connsiteX12" fmla="*/ 1524000 w 1661160"/>
              <a:gd name="connsiteY12" fmla="*/ 441960 h 1356360"/>
              <a:gd name="connsiteX13" fmla="*/ 1661160 w 1661160"/>
              <a:gd name="connsiteY13" fmla="*/ 502920 h 1356360"/>
              <a:gd name="connsiteX14" fmla="*/ 1661160 w 1661160"/>
              <a:gd name="connsiteY14" fmla="*/ 716280 h 1356360"/>
              <a:gd name="connsiteX15" fmla="*/ 1562100 w 1661160"/>
              <a:gd name="connsiteY15" fmla="*/ 723900 h 1356360"/>
              <a:gd name="connsiteX16" fmla="*/ 1577340 w 1661160"/>
              <a:gd name="connsiteY16" fmla="*/ 769620 h 1356360"/>
              <a:gd name="connsiteX17" fmla="*/ 1539240 w 1661160"/>
              <a:gd name="connsiteY17" fmla="*/ 914400 h 1356360"/>
              <a:gd name="connsiteX18" fmla="*/ 1455420 w 1661160"/>
              <a:gd name="connsiteY18" fmla="*/ 922020 h 1356360"/>
              <a:gd name="connsiteX19" fmla="*/ 1463040 w 1661160"/>
              <a:gd name="connsiteY19" fmla="*/ 1104900 h 1356360"/>
              <a:gd name="connsiteX20" fmla="*/ 1356360 w 1661160"/>
              <a:gd name="connsiteY20" fmla="*/ 1127760 h 1356360"/>
              <a:gd name="connsiteX21" fmla="*/ 1188720 w 1661160"/>
              <a:gd name="connsiteY21" fmla="*/ 1120140 h 1356360"/>
              <a:gd name="connsiteX22" fmla="*/ 1120140 w 1661160"/>
              <a:gd name="connsiteY22" fmla="*/ 1135380 h 1356360"/>
              <a:gd name="connsiteX23" fmla="*/ 967740 w 1661160"/>
              <a:gd name="connsiteY23" fmla="*/ 1280160 h 1356360"/>
              <a:gd name="connsiteX24" fmla="*/ 807720 w 1661160"/>
              <a:gd name="connsiteY24" fmla="*/ 1356360 h 1356360"/>
              <a:gd name="connsiteX25" fmla="*/ 754380 w 1661160"/>
              <a:gd name="connsiteY25" fmla="*/ 1287780 h 1356360"/>
              <a:gd name="connsiteX26" fmla="*/ 792480 w 1661160"/>
              <a:gd name="connsiteY26" fmla="*/ 1203960 h 1356360"/>
              <a:gd name="connsiteX27" fmla="*/ 723900 w 1661160"/>
              <a:gd name="connsiteY27" fmla="*/ 1165860 h 1356360"/>
              <a:gd name="connsiteX28" fmla="*/ 464820 w 1661160"/>
              <a:gd name="connsiteY28" fmla="*/ 1181100 h 1356360"/>
              <a:gd name="connsiteX29" fmla="*/ 457200 w 1661160"/>
              <a:gd name="connsiteY29" fmla="*/ 1234440 h 1356360"/>
              <a:gd name="connsiteX30" fmla="*/ 220980 w 1661160"/>
              <a:gd name="connsiteY30" fmla="*/ 1211580 h 1356360"/>
              <a:gd name="connsiteX31" fmla="*/ 220980 w 1661160"/>
              <a:gd name="connsiteY31" fmla="*/ 1211580 h 1356360"/>
              <a:gd name="connsiteX32" fmla="*/ 320040 w 1661160"/>
              <a:gd name="connsiteY32" fmla="*/ 1021080 h 1356360"/>
              <a:gd name="connsiteX33" fmla="*/ 320040 w 1661160"/>
              <a:gd name="connsiteY33" fmla="*/ 1021080 h 1356360"/>
              <a:gd name="connsiteX34" fmla="*/ 243840 w 1661160"/>
              <a:gd name="connsiteY34" fmla="*/ 944880 h 1356360"/>
              <a:gd name="connsiteX35" fmla="*/ 213360 w 1661160"/>
              <a:gd name="connsiteY35" fmla="*/ 929640 h 1356360"/>
              <a:gd name="connsiteX36" fmla="*/ 0 w 1661160"/>
              <a:gd name="connsiteY36" fmla="*/ 868680 h 1356360"/>
              <a:gd name="connsiteX37" fmla="*/ 0 w 1661160"/>
              <a:gd name="connsiteY37" fmla="*/ 754380 h 1356360"/>
              <a:gd name="connsiteX38" fmla="*/ 76200 w 1661160"/>
              <a:gd name="connsiteY38" fmla="*/ 685800 h 1356360"/>
              <a:gd name="connsiteX39" fmla="*/ 167640 w 1661160"/>
              <a:gd name="connsiteY39" fmla="*/ 662940 h 1356360"/>
              <a:gd name="connsiteX40" fmla="*/ 175260 w 1661160"/>
              <a:gd name="connsiteY40" fmla="*/ 632460 h 1356360"/>
              <a:gd name="connsiteX41" fmla="*/ 182880 w 1661160"/>
              <a:gd name="connsiteY41" fmla="*/ 541020 h 1356360"/>
              <a:gd name="connsiteX42" fmla="*/ 182880 w 1661160"/>
              <a:gd name="connsiteY42" fmla="*/ 541020 h 1356360"/>
              <a:gd name="connsiteX43" fmla="*/ 182880 w 1661160"/>
              <a:gd name="connsiteY43" fmla="*/ 411480 h 1356360"/>
              <a:gd name="connsiteX44" fmla="*/ 274320 w 1661160"/>
              <a:gd name="connsiteY44" fmla="*/ 373380 h 1356360"/>
              <a:gd name="connsiteX45" fmla="*/ 320040 w 1661160"/>
              <a:gd name="connsiteY45" fmla="*/ 320040 h 135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661160" h="1356360">
                <a:moveTo>
                  <a:pt x="320040" y="320040"/>
                </a:moveTo>
                <a:lnTo>
                  <a:pt x="350520" y="243840"/>
                </a:lnTo>
                <a:lnTo>
                  <a:pt x="464820" y="167640"/>
                </a:lnTo>
                <a:lnTo>
                  <a:pt x="563880" y="99060"/>
                </a:lnTo>
                <a:lnTo>
                  <a:pt x="662940" y="0"/>
                </a:lnTo>
                <a:lnTo>
                  <a:pt x="792480" y="38100"/>
                </a:lnTo>
                <a:lnTo>
                  <a:pt x="876300" y="7620"/>
                </a:lnTo>
                <a:lnTo>
                  <a:pt x="1158240" y="22860"/>
                </a:lnTo>
                <a:lnTo>
                  <a:pt x="1196340" y="137160"/>
                </a:lnTo>
                <a:lnTo>
                  <a:pt x="1287780" y="175260"/>
                </a:lnTo>
                <a:lnTo>
                  <a:pt x="1417320" y="251460"/>
                </a:lnTo>
                <a:lnTo>
                  <a:pt x="1424940" y="373380"/>
                </a:lnTo>
                <a:lnTo>
                  <a:pt x="1524000" y="441960"/>
                </a:lnTo>
                <a:lnTo>
                  <a:pt x="1661160" y="502920"/>
                </a:lnTo>
                <a:lnTo>
                  <a:pt x="1661160" y="716280"/>
                </a:lnTo>
                <a:lnTo>
                  <a:pt x="1562100" y="723900"/>
                </a:lnTo>
                <a:lnTo>
                  <a:pt x="1577340" y="769620"/>
                </a:lnTo>
                <a:lnTo>
                  <a:pt x="1539240" y="914400"/>
                </a:lnTo>
                <a:lnTo>
                  <a:pt x="1455420" y="922020"/>
                </a:lnTo>
                <a:lnTo>
                  <a:pt x="1463040" y="1104900"/>
                </a:lnTo>
                <a:lnTo>
                  <a:pt x="1356360" y="1127760"/>
                </a:lnTo>
                <a:lnTo>
                  <a:pt x="1188720" y="1120140"/>
                </a:lnTo>
                <a:lnTo>
                  <a:pt x="1120140" y="1135380"/>
                </a:lnTo>
                <a:lnTo>
                  <a:pt x="967740" y="1280160"/>
                </a:lnTo>
                <a:lnTo>
                  <a:pt x="807720" y="1356360"/>
                </a:lnTo>
                <a:lnTo>
                  <a:pt x="754380" y="1287780"/>
                </a:lnTo>
                <a:lnTo>
                  <a:pt x="792480" y="1203960"/>
                </a:lnTo>
                <a:lnTo>
                  <a:pt x="723900" y="1165860"/>
                </a:lnTo>
                <a:lnTo>
                  <a:pt x="464820" y="1181100"/>
                </a:lnTo>
                <a:lnTo>
                  <a:pt x="457200" y="1234440"/>
                </a:lnTo>
                <a:lnTo>
                  <a:pt x="220980" y="1211580"/>
                </a:lnTo>
                <a:lnTo>
                  <a:pt x="220980" y="1211580"/>
                </a:lnTo>
                <a:lnTo>
                  <a:pt x="320040" y="1021080"/>
                </a:lnTo>
                <a:lnTo>
                  <a:pt x="320040" y="1021080"/>
                </a:lnTo>
                <a:lnTo>
                  <a:pt x="243840" y="944880"/>
                </a:lnTo>
                <a:lnTo>
                  <a:pt x="213360" y="929640"/>
                </a:lnTo>
                <a:lnTo>
                  <a:pt x="0" y="868680"/>
                </a:lnTo>
                <a:lnTo>
                  <a:pt x="0" y="754380"/>
                </a:lnTo>
                <a:lnTo>
                  <a:pt x="76200" y="685800"/>
                </a:lnTo>
                <a:lnTo>
                  <a:pt x="167640" y="662940"/>
                </a:lnTo>
                <a:lnTo>
                  <a:pt x="175260" y="632460"/>
                </a:lnTo>
                <a:lnTo>
                  <a:pt x="182880" y="541020"/>
                </a:lnTo>
                <a:lnTo>
                  <a:pt x="182880" y="541020"/>
                </a:lnTo>
                <a:lnTo>
                  <a:pt x="182880" y="411480"/>
                </a:lnTo>
                <a:lnTo>
                  <a:pt x="274320" y="373380"/>
                </a:lnTo>
                <a:lnTo>
                  <a:pt x="320040" y="32004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0" name="Пятно 1 49"/>
          <p:cNvSpPr/>
          <p:nvPr/>
        </p:nvSpPr>
        <p:spPr>
          <a:xfrm>
            <a:off x="6216650" y="5270500"/>
            <a:ext cx="228600" cy="228600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1" name="Пятно 1 50"/>
          <p:cNvSpPr/>
          <p:nvPr/>
        </p:nvSpPr>
        <p:spPr>
          <a:xfrm>
            <a:off x="5644026" y="4807857"/>
            <a:ext cx="191624" cy="204742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2" name="Пятно 1 51"/>
          <p:cNvSpPr/>
          <p:nvPr/>
        </p:nvSpPr>
        <p:spPr>
          <a:xfrm>
            <a:off x="4006850" y="6021614"/>
            <a:ext cx="228600" cy="239486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3" name="Пятно 1 52"/>
          <p:cNvSpPr/>
          <p:nvPr/>
        </p:nvSpPr>
        <p:spPr>
          <a:xfrm>
            <a:off x="1187450" y="6207092"/>
            <a:ext cx="228600" cy="206408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4" name="Пятно 1 53"/>
          <p:cNvSpPr/>
          <p:nvPr/>
        </p:nvSpPr>
        <p:spPr>
          <a:xfrm>
            <a:off x="5226050" y="6261100"/>
            <a:ext cx="265974" cy="228600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5" name="Пятно 1 54"/>
          <p:cNvSpPr/>
          <p:nvPr/>
        </p:nvSpPr>
        <p:spPr>
          <a:xfrm>
            <a:off x="3016250" y="6337300"/>
            <a:ext cx="181862" cy="152400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6" name="Молния 55"/>
          <p:cNvSpPr/>
          <p:nvPr/>
        </p:nvSpPr>
        <p:spPr>
          <a:xfrm rot="20924638">
            <a:off x="1301749" y="4865455"/>
            <a:ext cx="349502" cy="293914"/>
          </a:xfrm>
          <a:prstGeom prst="lightningBol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59" name="Рисунок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199843">
            <a:off x="857197" y="4874246"/>
            <a:ext cx="371888" cy="31701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971446" y="6258840"/>
            <a:ext cx="485415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uk-UA" sz="1000" dirty="0" smtClean="0"/>
              <a:t>10</a:t>
            </a:r>
            <a:endParaRPr lang="uk-UA" sz="1000" dirty="0"/>
          </a:p>
        </p:txBody>
      </p:sp>
      <p:pic>
        <p:nvPicPr>
          <p:cNvPr id="64" name="Рисунок 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038" y="4758586"/>
            <a:ext cx="481626" cy="274344"/>
          </a:xfrm>
          <a:prstGeom prst="rect">
            <a:avLst/>
          </a:prstGeom>
        </p:spPr>
      </p:pic>
      <p:pic>
        <p:nvPicPr>
          <p:cNvPr id="65" name="Рисунок 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989" y="5277570"/>
            <a:ext cx="481626" cy="274344"/>
          </a:xfrm>
          <a:prstGeom prst="rect">
            <a:avLst/>
          </a:prstGeom>
        </p:spPr>
      </p:pic>
      <p:pic>
        <p:nvPicPr>
          <p:cNvPr id="66" name="Рисунок 6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4284" y="5984496"/>
            <a:ext cx="481626" cy="274344"/>
          </a:xfrm>
          <a:prstGeom prst="rect">
            <a:avLst/>
          </a:prstGeom>
        </p:spPr>
      </p:pic>
      <p:pic>
        <p:nvPicPr>
          <p:cNvPr id="67" name="Рисунок 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962" y="6284319"/>
            <a:ext cx="481626" cy="274344"/>
          </a:xfrm>
          <a:prstGeom prst="rect">
            <a:avLst/>
          </a:prstGeom>
        </p:spPr>
      </p:pic>
      <p:pic>
        <p:nvPicPr>
          <p:cNvPr id="68" name="Рисунок 6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161" y="6200128"/>
            <a:ext cx="481626" cy="274344"/>
          </a:xfrm>
          <a:prstGeom prst="rect">
            <a:avLst/>
          </a:prstGeom>
        </p:spPr>
      </p:pic>
      <p:sp>
        <p:nvSpPr>
          <p:cNvPr id="69" name="Облако 68"/>
          <p:cNvSpPr/>
          <p:nvPr/>
        </p:nvSpPr>
        <p:spPr>
          <a:xfrm>
            <a:off x="3397250" y="4803807"/>
            <a:ext cx="533400" cy="314293"/>
          </a:xfrm>
          <a:prstGeom prst="clou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0" name="Облако 69"/>
          <p:cNvSpPr/>
          <p:nvPr/>
        </p:nvSpPr>
        <p:spPr>
          <a:xfrm>
            <a:off x="4006850" y="4803807"/>
            <a:ext cx="209060" cy="208792"/>
          </a:xfrm>
          <a:prstGeom prst="clou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1" name="Облако 70"/>
          <p:cNvSpPr/>
          <p:nvPr/>
        </p:nvSpPr>
        <p:spPr>
          <a:xfrm>
            <a:off x="3778250" y="4644534"/>
            <a:ext cx="304800" cy="159273"/>
          </a:xfrm>
          <a:prstGeom prst="clou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2" name="Облако 71"/>
          <p:cNvSpPr/>
          <p:nvPr/>
        </p:nvSpPr>
        <p:spPr>
          <a:xfrm>
            <a:off x="3778250" y="5118100"/>
            <a:ext cx="304800" cy="304800"/>
          </a:xfrm>
          <a:prstGeom prst="clou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4" name="Облако 73"/>
          <p:cNvSpPr/>
          <p:nvPr/>
        </p:nvSpPr>
        <p:spPr>
          <a:xfrm>
            <a:off x="4083050" y="5346700"/>
            <a:ext cx="274228" cy="457200"/>
          </a:xfrm>
          <a:prstGeom prst="clou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5" name="Облако 74"/>
          <p:cNvSpPr/>
          <p:nvPr/>
        </p:nvSpPr>
        <p:spPr>
          <a:xfrm>
            <a:off x="3778250" y="5499100"/>
            <a:ext cx="228600" cy="152400"/>
          </a:xfrm>
          <a:prstGeom prst="clou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6" name="Облако 75"/>
          <p:cNvSpPr/>
          <p:nvPr/>
        </p:nvSpPr>
        <p:spPr>
          <a:xfrm>
            <a:off x="3854450" y="5803900"/>
            <a:ext cx="361460" cy="180596"/>
          </a:xfrm>
          <a:prstGeom prst="clou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7" name="Облако 76"/>
          <p:cNvSpPr/>
          <p:nvPr/>
        </p:nvSpPr>
        <p:spPr>
          <a:xfrm>
            <a:off x="3549650" y="6021614"/>
            <a:ext cx="184634" cy="315686"/>
          </a:xfrm>
          <a:prstGeom prst="clou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8" name="Облако 77"/>
          <p:cNvSpPr/>
          <p:nvPr/>
        </p:nvSpPr>
        <p:spPr>
          <a:xfrm>
            <a:off x="3778250" y="6200128"/>
            <a:ext cx="228600" cy="213372"/>
          </a:xfrm>
          <a:prstGeom prst="clou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9" name="Облако 78"/>
          <p:cNvSpPr/>
          <p:nvPr/>
        </p:nvSpPr>
        <p:spPr>
          <a:xfrm>
            <a:off x="3734284" y="5651500"/>
            <a:ext cx="120166" cy="228600"/>
          </a:xfrm>
          <a:prstGeom prst="clou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0" name="Облако 79"/>
          <p:cNvSpPr/>
          <p:nvPr/>
        </p:nvSpPr>
        <p:spPr>
          <a:xfrm>
            <a:off x="958850" y="5261704"/>
            <a:ext cx="431937" cy="237396"/>
          </a:xfrm>
          <a:prstGeom prst="clou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1" name="Полилиния 80"/>
          <p:cNvSpPr/>
          <p:nvPr/>
        </p:nvSpPr>
        <p:spPr>
          <a:xfrm>
            <a:off x="1888408" y="4564380"/>
            <a:ext cx="1229787" cy="441960"/>
          </a:xfrm>
          <a:custGeom>
            <a:avLst/>
            <a:gdLst>
              <a:gd name="connsiteX0" fmla="*/ 8972 w 1229787"/>
              <a:gd name="connsiteY0" fmla="*/ 152400 h 441960"/>
              <a:gd name="connsiteX1" fmla="*/ 8972 w 1229787"/>
              <a:gd name="connsiteY1" fmla="*/ 152400 h 441960"/>
              <a:gd name="connsiteX2" fmla="*/ 16592 w 1229787"/>
              <a:gd name="connsiteY2" fmla="*/ 350520 h 441960"/>
              <a:gd name="connsiteX3" fmla="*/ 47072 w 1229787"/>
              <a:gd name="connsiteY3" fmla="*/ 365760 h 441960"/>
              <a:gd name="connsiteX4" fmla="*/ 69932 w 1229787"/>
              <a:gd name="connsiteY4" fmla="*/ 396240 h 441960"/>
              <a:gd name="connsiteX5" fmla="*/ 123272 w 1229787"/>
              <a:gd name="connsiteY5" fmla="*/ 419100 h 441960"/>
              <a:gd name="connsiteX6" fmla="*/ 191852 w 1229787"/>
              <a:gd name="connsiteY6" fmla="*/ 403860 h 441960"/>
              <a:gd name="connsiteX7" fmla="*/ 199472 w 1229787"/>
              <a:gd name="connsiteY7" fmla="*/ 381000 h 441960"/>
              <a:gd name="connsiteX8" fmla="*/ 214712 w 1229787"/>
              <a:gd name="connsiteY8" fmla="*/ 358140 h 441960"/>
              <a:gd name="connsiteX9" fmla="*/ 229952 w 1229787"/>
              <a:gd name="connsiteY9" fmla="*/ 327660 h 441960"/>
              <a:gd name="connsiteX10" fmla="*/ 283292 w 1229787"/>
              <a:gd name="connsiteY10" fmla="*/ 297180 h 441960"/>
              <a:gd name="connsiteX11" fmla="*/ 260432 w 1229787"/>
              <a:gd name="connsiteY11" fmla="*/ 236220 h 441960"/>
              <a:gd name="connsiteX12" fmla="*/ 237572 w 1229787"/>
              <a:gd name="connsiteY12" fmla="*/ 228600 h 441960"/>
              <a:gd name="connsiteX13" fmla="*/ 222332 w 1229787"/>
              <a:gd name="connsiteY13" fmla="*/ 198120 h 441960"/>
              <a:gd name="connsiteX14" fmla="*/ 161372 w 1229787"/>
              <a:gd name="connsiteY14" fmla="*/ 236220 h 441960"/>
              <a:gd name="connsiteX15" fmla="*/ 168992 w 1229787"/>
              <a:gd name="connsiteY15" fmla="*/ 259080 h 441960"/>
              <a:gd name="connsiteX16" fmla="*/ 191852 w 1229787"/>
              <a:gd name="connsiteY16" fmla="*/ 152400 h 441960"/>
              <a:gd name="connsiteX17" fmla="*/ 245192 w 1229787"/>
              <a:gd name="connsiteY17" fmla="*/ 190500 h 441960"/>
              <a:gd name="connsiteX18" fmla="*/ 298532 w 1229787"/>
              <a:gd name="connsiteY18" fmla="*/ 228600 h 441960"/>
              <a:gd name="connsiteX19" fmla="*/ 329012 w 1229787"/>
              <a:gd name="connsiteY19" fmla="*/ 259080 h 441960"/>
              <a:gd name="connsiteX20" fmla="*/ 374732 w 1229787"/>
              <a:gd name="connsiteY20" fmla="*/ 281940 h 441960"/>
              <a:gd name="connsiteX21" fmla="*/ 397592 w 1229787"/>
              <a:gd name="connsiteY21" fmla="*/ 304800 h 441960"/>
              <a:gd name="connsiteX22" fmla="*/ 458552 w 1229787"/>
              <a:gd name="connsiteY22" fmla="*/ 320040 h 441960"/>
              <a:gd name="connsiteX23" fmla="*/ 549992 w 1229787"/>
              <a:gd name="connsiteY23" fmla="*/ 312420 h 441960"/>
              <a:gd name="connsiteX24" fmla="*/ 618572 w 1229787"/>
              <a:gd name="connsiteY24" fmla="*/ 297180 h 441960"/>
              <a:gd name="connsiteX25" fmla="*/ 649052 w 1229787"/>
              <a:gd name="connsiteY25" fmla="*/ 228600 h 441960"/>
              <a:gd name="connsiteX26" fmla="*/ 656672 w 1229787"/>
              <a:gd name="connsiteY26" fmla="*/ 190500 h 441960"/>
              <a:gd name="connsiteX27" fmla="*/ 687152 w 1229787"/>
              <a:gd name="connsiteY27" fmla="*/ 106680 h 441960"/>
              <a:gd name="connsiteX28" fmla="*/ 694772 w 1229787"/>
              <a:gd name="connsiteY28" fmla="*/ 160020 h 441960"/>
              <a:gd name="connsiteX29" fmla="*/ 732872 w 1229787"/>
              <a:gd name="connsiteY29" fmla="*/ 205740 h 441960"/>
              <a:gd name="connsiteX30" fmla="*/ 748112 w 1229787"/>
              <a:gd name="connsiteY30" fmla="*/ 236220 h 441960"/>
              <a:gd name="connsiteX31" fmla="*/ 793832 w 1229787"/>
              <a:gd name="connsiteY31" fmla="*/ 289560 h 441960"/>
              <a:gd name="connsiteX32" fmla="*/ 816692 w 1229787"/>
              <a:gd name="connsiteY32" fmla="*/ 297180 h 441960"/>
              <a:gd name="connsiteX33" fmla="*/ 839552 w 1229787"/>
              <a:gd name="connsiteY33" fmla="*/ 312420 h 441960"/>
              <a:gd name="connsiteX34" fmla="*/ 854792 w 1229787"/>
              <a:gd name="connsiteY34" fmla="*/ 350520 h 441960"/>
              <a:gd name="connsiteX35" fmla="*/ 870032 w 1229787"/>
              <a:gd name="connsiteY35" fmla="*/ 373380 h 441960"/>
              <a:gd name="connsiteX36" fmla="*/ 877652 w 1229787"/>
              <a:gd name="connsiteY36" fmla="*/ 403860 h 441960"/>
              <a:gd name="connsiteX37" fmla="*/ 930992 w 1229787"/>
              <a:gd name="connsiteY37" fmla="*/ 441960 h 441960"/>
              <a:gd name="connsiteX38" fmla="*/ 1052912 w 1229787"/>
              <a:gd name="connsiteY38" fmla="*/ 434340 h 441960"/>
              <a:gd name="connsiteX39" fmla="*/ 1075772 w 1229787"/>
              <a:gd name="connsiteY39" fmla="*/ 426720 h 441960"/>
              <a:gd name="connsiteX40" fmla="*/ 1129112 w 1229787"/>
              <a:gd name="connsiteY40" fmla="*/ 396240 h 441960"/>
              <a:gd name="connsiteX41" fmla="*/ 1159592 w 1229787"/>
              <a:gd name="connsiteY41" fmla="*/ 342900 h 441960"/>
              <a:gd name="connsiteX42" fmla="*/ 1167212 w 1229787"/>
              <a:gd name="connsiteY42" fmla="*/ 320040 h 441960"/>
              <a:gd name="connsiteX43" fmla="*/ 1197692 w 1229787"/>
              <a:gd name="connsiteY43" fmla="*/ 266700 h 441960"/>
              <a:gd name="connsiteX44" fmla="*/ 1205312 w 1229787"/>
              <a:gd name="connsiteY44" fmla="*/ 243840 h 441960"/>
              <a:gd name="connsiteX45" fmla="*/ 1220552 w 1229787"/>
              <a:gd name="connsiteY45" fmla="*/ 213360 h 441960"/>
              <a:gd name="connsiteX46" fmla="*/ 1220552 w 1229787"/>
              <a:gd name="connsiteY46" fmla="*/ 30480 h 441960"/>
              <a:gd name="connsiteX47" fmla="*/ 1190072 w 1229787"/>
              <a:gd name="connsiteY47" fmla="*/ 38100 h 441960"/>
              <a:gd name="connsiteX48" fmla="*/ 1106252 w 1229787"/>
              <a:gd name="connsiteY48" fmla="*/ 60960 h 441960"/>
              <a:gd name="connsiteX49" fmla="*/ 969092 w 1229787"/>
              <a:gd name="connsiteY49" fmla="*/ 68580 h 441960"/>
              <a:gd name="connsiteX50" fmla="*/ 900512 w 1229787"/>
              <a:gd name="connsiteY50" fmla="*/ 83820 h 441960"/>
              <a:gd name="connsiteX51" fmla="*/ 854792 w 1229787"/>
              <a:gd name="connsiteY51" fmla="*/ 91440 h 441960"/>
              <a:gd name="connsiteX52" fmla="*/ 679532 w 1229787"/>
              <a:gd name="connsiteY52" fmla="*/ 53340 h 441960"/>
              <a:gd name="connsiteX53" fmla="*/ 626192 w 1229787"/>
              <a:gd name="connsiteY53" fmla="*/ 15240 h 441960"/>
              <a:gd name="connsiteX54" fmla="*/ 603332 w 1229787"/>
              <a:gd name="connsiteY54" fmla="*/ 0 h 441960"/>
              <a:gd name="connsiteX55" fmla="*/ 542372 w 1229787"/>
              <a:gd name="connsiteY55" fmla="*/ 38100 h 441960"/>
              <a:gd name="connsiteX56" fmla="*/ 489032 w 1229787"/>
              <a:gd name="connsiteY56" fmla="*/ 60960 h 441960"/>
              <a:gd name="connsiteX57" fmla="*/ 466172 w 1229787"/>
              <a:gd name="connsiteY57" fmla="*/ 83820 h 441960"/>
              <a:gd name="connsiteX58" fmla="*/ 367112 w 1229787"/>
              <a:gd name="connsiteY58" fmla="*/ 68580 h 441960"/>
              <a:gd name="connsiteX59" fmla="*/ 336632 w 1229787"/>
              <a:gd name="connsiteY59" fmla="*/ 53340 h 441960"/>
              <a:gd name="connsiteX60" fmla="*/ 298532 w 1229787"/>
              <a:gd name="connsiteY60" fmla="*/ 45720 h 441960"/>
              <a:gd name="connsiteX61" fmla="*/ 184232 w 1229787"/>
              <a:gd name="connsiteY61" fmla="*/ 60960 h 441960"/>
              <a:gd name="connsiteX62" fmla="*/ 100412 w 1229787"/>
              <a:gd name="connsiteY62" fmla="*/ 91440 h 441960"/>
              <a:gd name="connsiteX63" fmla="*/ 39452 w 1229787"/>
              <a:gd name="connsiteY63" fmla="*/ 144780 h 441960"/>
              <a:gd name="connsiteX64" fmla="*/ 8972 w 1229787"/>
              <a:gd name="connsiteY64" fmla="*/ 15240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229787" h="441960">
                <a:moveTo>
                  <a:pt x="8972" y="152400"/>
                </a:moveTo>
                <a:lnTo>
                  <a:pt x="8972" y="152400"/>
                </a:lnTo>
                <a:cubicBezTo>
                  <a:pt x="708" y="226776"/>
                  <a:pt x="-9194" y="268864"/>
                  <a:pt x="16592" y="350520"/>
                </a:cubicBezTo>
                <a:cubicBezTo>
                  <a:pt x="20013" y="361352"/>
                  <a:pt x="36912" y="360680"/>
                  <a:pt x="47072" y="365760"/>
                </a:cubicBezTo>
                <a:cubicBezTo>
                  <a:pt x="54692" y="375920"/>
                  <a:pt x="60289" y="387975"/>
                  <a:pt x="69932" y="396240"/>
                </a:cubicBezTo>
                <a:cubicBezTo>
                  <a:pt x="81916" y="406512"/>
                  <a:pt x="107794" y="413941"/>
                  <a:pt x="123272" y="419100"/>
                </a:cubicBezTo>
                <a:cubicBezTo>
                  <a:pt x="146132" y="414020"/>
                  <a:pt x="170907" y="414333"/>
                  <a:pt x="191852" y="403860"/>
                </a:cubicBezTo>
                <a:cubicBezTo>
                  <a:pt x="199036" y="400268"/>
                  <a:pt x="195880" y="388184"/>
                  <a:pt x="199472" y="381000"/>
                </a:cubicBezTo>
                <a:cubicBezTo>
                  <a:pt x="203568" y="372809"/>
                  <a:pt x="210168" y="366091"/>
                  <a:pt x="214712" y="358140"/>
                </a:cubicBezTo>
                <a:cubicBezTo>
                  <a:pt x="220348" y="348277"/>
                  <a:pt x="222560" y="336285"/>
                  <a:pt x="229952" y="327660"/>
                </a:cubicBezTo>
                <a:cubicBezTo>
                  <a:pt x="248405" y="306132"/>
                  <a:pt x="260054" y="304926"/>
                  <a:pt x="283292" y="297180"/>
                </a:cubicBezTo>
                <a:cubicBezTo>
                  <a:pt x="279161" y="276527"/>
                  <a:pt x="279119" y="251169"/>
                  <a:pt x="260432" y="236220"/>
                </a:cubicBezTo>
                <a:cubicBezTo>
                  <a:pt x="254160" y="231202"/>
                  <a:pt x="245192" y="231140"/>
                  <a:pt x="237572" y="228600"/>
                </a:cubicBezTo>
                <a:cubicBezTo>
                  <a:pt x="232492" y="218440"/>
                  <a:pt x="233108" y="201712"/>
                  <a:pt x="222332" y="198120"/>
                </a:cubicBezTo>
                <a:cubicBezTo>
                  <a:pt x="212677" y="194902"/>
                  <a:pt x="164957" y="233532"/>
                  <a:pt x="161372" y="236220"/>
                </a:cubicBezTo>
                <a:cubicBezTo>
                  <a:pt x="163912" y="243840"/>
                  <a:pt x="165400" y="266264"/>
                  <a:pt x="168992" y="259080"/>
                </a:cubicBezTo>
                <a:cubicBezTo>
                  <a:pt x="172000" y="253063"/>
                  <a:pt x="187958" y="171869"/>
                  <a:pt x="191852" y="152400"/>
                </a:cubicBezTo>
                <a:cubicBezTo>
                  <a:pt x="248252" y="180600"/>
                  <a:pt x="198854" y="151885"/>
                  <a:pt x="245192" y="190500"/>
                </a:cubicBezTo>
                <a:cubicBezTo>
                  <a:pt x="330539" y="261623"/>
                  <a:pt x="188725" y="132519"/>
                  <a:pt x="298532" y="228600"/>
                </a:cubicBezTo>
                <a:cubicBezTo>
                  <a:pt x="309345" y="238062"/>
                  <a:pt x="317320" y="250729"/>
                  <a:pt x="329012" y="259080"/>
                </a:cubicBezTo>
                <a:cubicBezTo>
                  <a:pt x="425239" y="327813"/>
                  <a:pt x="271444" y="195867"/>
                  <a:pt x="374732" y="281940"/>
                </a:cubicBezTo>
                <a:cubicBezTo>
                  <a:pt x="383011" y="288839"/>
                  <a:pt x="387782" y="300341"/>
                  <a:pt x="397592" y="304800"/>
                </a:cubicBezTo>
                <a:cubicBezTo>
                  <a:pt x="416660" y="313467"/>
                  <a:pt x="438232" y="314960"/>
                  <a:pt x="458552" y="320040"/>
                </a:cubicBezTo>
                <a:cubicBezTo>
                  <a:pt x="539807" y="311915"/>
                  <a:pt x="509225" y="312420"/>
                  <a:pt x="549992" y="312420"/>
                </a:cubicBezTo>
                <a:lnTo>
                  <a:pt x="618572" y="297180"/>
                </a:lnTo>
                <a:cubicBezTo>
                  <a:pt x="628732" y="274320"/>
                  <a:pt x="640638" y="252159"/>
                  <a:pt x="649052" y="228600"/>
                </a:cubicBezTo>
                <a:cubicBezTo>
                  <a:pt x="653408" y="216403"/>
                  <a:pt x="653264" y="202995"/>
                  <a:pt x="656672" y="190500"/>
                </a:cubicBezTo>
                <a:cubicBezTo>
                  <a:pt x="665057" y="159754"/>
                  <a:pt x="675465" y="135896"/>
                  <a:pt x="687152" y="106680"/>
                </a:cubicBezTo>
                <a:cubicBezTo>
                  <a:pt x="689692" y="124460"/>
                  <a:pt x="689611" y="142817"/>
                  <a:pt x="694772" y="160020"/>
                </a:cubicBezTo>
                <a:cubicBezTo>
                  <a:pt x="701028" y="180872"/>
                  <a:pt x="721142" y="189318"/>
                  <a:pt x="732872" y="205740"/>
                </a:cubicBezTo>
                <a:cubicBezTo>
                  <a:pt x="739474" y="214983"/>
                  <a:pt x="742476" y="226357"/>
                  <a:pt x="748112" y="236220"/>
                </a:cubicBezTo>
                <a:cubicBezTo>
                  <a:pt x="759222" y="255662"/>
                  <a:pt x="775861" y="276723"/>
                  <a:pt x="793832" y="289560"/>
                </a:cubicBezTo>
                <a:cubicBezTo>
                  <a:pt x="800368" y="294229"/>
                  <a:pt x="809508" y="293588"/>
                  <a:pt x="816692" y="297180"/>
                </a:cubicBezTo>
                <a:cubicBezTo>
                  <a:pt x="824883" y="301276"/>
                  <a:pt x="831932" y="307340"/>
                  <a:pt x="839552" y="312420"/>
                </a:cubicBezTo>
                <a:cubicBezTo>
                  <a:pt x="844632" y="325120"/>
                  <a:pt x="848675" y="338286"/>
                  <a:pt x="854792" y="350520"/>
                </a:cubicBezTo>
                <a:cubicBezTo>
                  <a:pt x="858888" y="358711"/>
                  <a:pt x="866424" y="364962"/>
                  <a:pt x="870032" y="373380"/>
                </a:cubicBezTo>
                <a:cubicBezTo>
                  <a:pt x="874157" y="383006"/>
                  <a:pt x="872456" y="394767"/>
                  <a:pt x="877652" y="403860"/>
                </a:cubicBezTo>
                <a:cubicBezTo>
                  <a:pt x="890009" y="425485"/>
                  <a:pt x="910411" y="431670"/>
                  <a:pt x="930992" y="441960"/>
                </a:cubicBezTo>
                <a:cubicBezTo>
                  <a:pt x="971632" y="439420"/>
                  <a:pt x="1012416" y="438603"/>
                  <a:pt x="1052912" y="434340"/>
                </a:cubicBezTo>
                <a:cubicBezTo>
                  <a:pt x="1060900" y="433499"/>
                  <a:pt x="1068389" y="429884"/>
                  <a:pt x="1075772" y="426720"/>
                </a:cubicBezTo>
                <a:cubicBezTo>
                  <a:pt x="1102842" y="415119"/>
                  <a:pt x="1106154" y="411545"/>
                  <a:pt x="1129112" y="396240"/>
                </a:cubicBezTo>
                <a:cubicBezTo>
                  <a:pt x="1144417" y="373282"/>
                  <a:pt x="1147991" y="369970"/>
                  <a:pt x="1159592" y="342900"/>
                </a:cubicBezTo>
                <a:cubicBezTo>
                  <a:pt x="1162756" y="335517"/>
                  <a:pt x="1164048" y="327423"/>
                  <a:pt x="1167212" y="320040"/>
                </a:cubicBezTo>
                <a:cubicBezTo>
                  <a:pt x="1207289" y="226526"/>
                  <a:pt x="1159428" y="343227"/>
                  <a:pt x="1197692" y="266700"/>
                </a:cubicBezTo>
                <a:cubicBezTo>
                  <a:pt x="1201284" y="259516"/>
                  <a:pt x="1202148" y="251223"/>
                  <a:pt x="1205312" y="243840"/>
                </a:cubicBezTo>
                <a:cubicBezTo>
                  <a:pt x="1209787" y="233399"/>
                  <a:pt x="1215472" y="223520"/>
                  <a:pt x="1220552" y="213360"/>
                </a:cubicBezTo>
                <a:cubicBezTo>
                  <a:pt x="1225605" y="162833"/>
                  <a:pt x="1238530" y="77224"/>
                  <a:pt x="1220552" y="30480"/>
                </a:cubicBezTo>
                <a:cubicBezTo>
                  <a:pt x="1216793" y="20705"/>
                  <a:pt x="1200142" y="35223"/>
                  <a:pt x="1190072" y="38100"/>
                </a:cubicBezTo>
                <a:cubicBezTo>
                  <a:pt x="1156232" y="47768"/>
                  <a:pt x="1151820" y="55702"/>
                  <a:pt x="1106252" y="60960"/>
                </a:cubicBezTo>
                <a:cubicBezTo>
                  <a:pt x="1060763" y="66209"/>
                  <a:pt x="1014812" y="66040"/>
                  <a:pt x="969092" y="68580"/>
                </a:cubicBezTo>
                <a:cubicBezTo>
                  <a:pt x="946232" y="73660"/>
                  <a:pt x="923475" y="79227"/>
                  <a:pt x="900512" y="83820"/>
                </a:cubicBezTo>
                <a:cubicBezTo>
                  <a:pt x="885362" y="86850"/>
                  <a:pt x="870173" y="92905"/>
                  <a:pt x="854792" y="91440"/>
                </a:cubicBezTo>
                <a:cubicBezTo>
                  <a:pt x="811229" y="87291"/>
                  <a:pt x="728982" y="65703"/>
                  <a:pt x="679532" y="53340"/>
                </a:cubicBezTo>
                <a:cubicBezTo>
                  <a:pt x="625658" y="17424"/>
                  <a:pt x="692353" y="62498"/>
                  <a:pt x="626192" y="15240"/>
                </a:cubicBezTo>
                <a:cubicBezTo>
                  <a:pt x="618740" y="9917"/>
                  <a:pt x="610952" y="5080"/>
                  <a:pt x="603332" y="0"/>
                </a:cubicBezTo>
                <a:cubicBezTo>
                  <a:pt x="551894" y="17146"/>
                  <a:pt x="613367" y="-6272"/>
                  <a:pt x="542372" y="38100"/>
                </a:cubicBezTo>
                <a:cubicBezTo>
                  <a:pt x="462775" y="87848"/>
                  <a:pt x="591694" y="-12370"/>
                  <a:pt x="489032" y="60960"/>
                </a:cubicBezTo>
                <a:cubicBezTo>
                  <a:pt x="480263" y="67224"/>
                  <a:pt x="473792" y="76200"/>
                  <a:pt x="466172" y="83820"/>
                </a:cubicBezTo>
                <a:cubicBezTo>
                  <a:pt x="433152" y="78740"/>
                  <a:pt x="399632" y="76232"/>
                  <a:pt x="367112" y="68580"/>
                </a:cubicBezTo>
                <a:cubicBezTo>
                  <a:pt x="356055" y="65978"/>
                  <a:pt x="347408" y="56932"/>
                  <a:pt x="336632" y="53340"/>
                </a:cubicBezTo>
                <a:cubicBezTo>
                  <a:pt x="324345" y="49244"/>
                  <a:pt x="311232" y="48260"/>
                  <a:pt x="298532" y="45720"/>
                </a:cubicBezTo>
                <a:cubicBezTo>
                  <a:pt x="260432" y="50800"/>
                  <a:pt x="222049" y="54084"/>
                  <a:pt x="184232" y="60960"/>
                </a:cubicBezTo>
                <a:cubicBezTo>
                  <a:pt x="156624" y="65980"/>
                  <a:pt x="124915" y="76126"/>
                  <a:pt x="100412" y="91440"/>
                </a:cubicBezTo>
                <a:cubicBezTo>
                  <a:pt x="72429" y="108929"/>
                  <a:pt x="63083" y="121149"/>
                  <a:pt x="39452" y="144780"/>
                </a:cubicBezTo>
                <a:cubicBezTo>
                  <a:pt x="30036" y="173028"/>
                  <a:pt x="14052" y="151130"/>
                  <a:pt x="8972" y="15240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2" name="Полилиния 81"/>
          <p:cNvSpPr/>
          <p:nvPr/>
        </p:nvSpPr>
        <p:spPr>
          <a:xfrm>
            <a:off x="1691605" y="4957777"/>
            <a:ext cx="1775495" cy="1511603"/>
          </a:xfrm>
          <a:custGeom>
            <a:avLst/>
            <a:gdLst>
              <a:gd name="connsiteX0" fmla="*/ 76235 w 1775495"/>
              <a:gd name="connsiteY0" fmla="*/ 1153463 h 1511603"/>
              <a:gd name="connsiteX1" fmla="*/ 76235 w 1775495"/>
              <a:gd name="connsiteY1" fmla="*/ 1153463 h 1511603"/>
              <a:gd name="connsiteX2" fmla="*/ 45755 w 1775495"/>
              <a:gd name="connsiteY2" fmla="*/ 1214423 h 1511603"/>
              <a:gd name="connsiteX3" fmla="*/ 38135 w 1775495"/>
              <a:gd name="connsiteY3" fmla="*/ 1244903 h 1511603"/>
              <a:gd name="connsiteX4" fmla="*/ 7655 w 1775495"/>
              <a:gd name="connsiteY4" fmla="*/ 1267763 h 1511603"/>
              <a:gd name="connsiteX5" fmla="*/ 35 w 1775495"/>
              <a:gd name="connsiteY5" fmla="*/ 1290623 h 1511603"/>
              <a:gd name="connsiteX6" fmla="*/ 15275 w 1775495"/>
              <a:gd name="connsiteY6" fmla="*/ 1382063 h 1511603"/>
              <a:gd name="connsiteX7" fmla="*/ 38135 w 1775495"/>
              <a:gd name="connsiteY7" fmla="*/ 1389683 h 1511603"/>
              <a:gd name="connsiteX8" fmla="*/ 144815 w 1775495"/>
              <a:gd name="connsiteY8" fmla="*/ 1412543 h 1511603"/>
              <a:gd name="connsiteX9" fmla="*/ 213395 w 1775495"/>
              <a:gd name="connsiteY9" fmla="*/ 1404923 h 1511603"/>
              <a:gd name="connsiteX10" fmla="*/ 236255 w 1775495"/>
              <a:gd name="connsiteY10" fmla="*/ 1382063 h 1511603"/>
              <a:gd name="connsiteX11" fmla="*/ 266735 w 1775495"/>
              <a:gd name="connsiteY11" fmla="*/ 1366823 h 1511603"/>
              <a:gd name="connsiteX12" fmla="*/ 312455 w 1775495"/>
              <a:gd name="connsiteY12" fmla="*/ 1313483 h 1511603"/>
              <a:gd name="connsiteX13" fmla="*/ 350555 w 1775495"/>
              <a:gd name="connsiteY13" fmla="*/ 1260143 h 1511603"/>
              <a:gd name="connsiteX14" fmla="*/ 373415 w 1775495"/>
              <a:gd name="connsiteY14" fmla="*/ 1252523 h 1511603"/>
              <a:gd name="connsiteX15" fmla="*/ 411515 w 1775495"/>
              <a:gd name="connsiteY15" fmla="*/ 1199183 h 1511603"/>
              <a:gd name="connsiteX16" fmla="*/ 426755 w 1775495"/>
              <a:gd name="connsiteY16" fmla="*/ 1176323 h 1511603"/>
              <a:gd name="connsiteX17" fmla="*/ 464855 w 1775495"/>
              <a:gd name="connsiteY17" fmla="*/ 1275383 h 1511603"/>
              <a:gd name="connsiteX18" fmla="*/ 472475 w 1775495"/>
              <a:gd name="connsiteY18" fmla="*/ 1382063 h 1511603"/>
              <a:gd name="connsiteX19" fmla="*/ 502955 w 1775495"/>
              <a:gd name="connsiteY19" fmla="*/ 1427783 h 1511603"/>
              <a:gd name="connsiteX20" fmla="*/ 510575 w 1775495"/>
              <a:gd name="connsiteY20" fmla="*/ 1481123 h 1511603"/>
              <a:gd name="connsiteX21" fmla="*/ 556295 w 1775495"/>
              <a:gd name="connsiteY21" fmla="*/ 1481123 h 1511603"/>
              <a:gd name="connsiteX22" fmla="*/ 678215 w 1775495"/>
              <a:gd name="connsiteY22" fmla="*/ 1443023 h 1511603"/>
              <a:gd name="connsiteX23" fmla="*/ 739175 w 1775495"/>
              <a:gd name="connsiteY23" fmla="*/ 1450643 h 1511603"/>
              <a:gd name="connsiteX24" fmla="*/ 777275 w 1775495"/>
              <a:gd name="connsiteY24" fmla="*/ 1496363 h 1511603"/>
              <a:gd name="connsiteX25" fmla="*/ 800135 w 1775495"/>
              <a:gd name="connsiteY25" fmla="*/ 1511603 h 1511603"/>
              <a:gd name="connsiteX26" fmla="*/ 838235 w 1775495"/>
              <a:gd name="connsiteY26" fmla="*/ 1496363 h 1511603"/>
              <a:gd name="connsiteX27" fmla="*/ 876335 w 1775495"/>
              <a:gd name="connsiteY27" fmla="*/ 1488743 h 1511603"/>
              <a:gd name="connsiteX28" fmla="*/ 906815 w 1775495"/>
              <a:gd name="connsiteY28" fmla="*/ 1465883 h 1511603"/>
              <a:gd name="connsiteX29" fmla="*/ 983015 w 1775495"/>
              <a:gd name="connsiteY29" fmla="*/ 1427783 h 1511603"/>
              <a:gd name="connsiteX30" fmla="*/ 1005875 w 1775495"/>
              <a:gd name="connsiteY30" fmla="*/ 1397303 h 1511603"/>
              <a:gd name="connsiteX31" fmla="*/ 1021115 w 1775495"/>
              <a:gd name="connsiteY31" fmla="*/ 1374443 h 1511603"/>
              <a:gd name="connsiteX32" fmla="*/ 1051595 w 1775495"/>
              <a:gd name="connsiteY32" fmla="*/ 1351583 h 1511603"/>
              <a:gd name="connsiteX33" fmla="*/ 1074455 w 1775495"/>
              <a:gd name="connsiteY33" fmla="*/ 1298243 h 1511603"/>
              <a:gd name="connsiteX34" fmla="*/ 1097315 w 1775495"/>
              <a:gd name="connsiteY34" fmla="*/ 1275383 h 1511603"/>
              <a:gd name="connsiteX35" fmla="*/ 1127795 w 1775495"/>
              <a:gd name="connsiteY35" fmla="*/ 1229663 h 1511603"/>
              <a:gd name="connsiteX36" fmla="*/ 1150655 w 1775495"/>
              <a:gd name="connsiteY36" fmla="*/ 1176323 h 1511603"/>
              <a:gd name="connsiteX37" fmla="*/ 1173515 w 1775495"/>
              <a:gd name="connsiteY37" fmla="*/ 1168703 h 1511603"/>
              <a:gd name="connsiteX38" fmla="*/ 1196375 w 1775495"/>
              <a:gd name="connsiteY38" fmla="*/ 1153463 h 1511603"/>
              <a:gd name="connsiteX39" fmla="*/ 1226855 w 1775495"/>
              <a:gd name="connsiteY39" fmla="*/ 1168703 h 1511603"/>
              <a:gd name="connsiteX40" fmla="*/ 1478315 w 1775495"/>
              <a:gd name="connsiteY40" fmla="*/ 1168703 h 1511603"/>
              <a:gd name="connsiteX41" fmla="*/ 1554515 w 1775495"/>
              <a:gd name="connsiteY41" fmla="*/ 1122983 h 1511603"/>
              <a:gd name="connsiteX42" fmla="*/ 1569755 w 1775495"/>
              <a:gd name="connsiteY42" fmla="*/ 1100123 h 1511603"/>
              <a:gd name="connsiteX43" fmla="*/ 1600235 w 1775495"/>
              <a:gd name="connsiteY43" fmla="*/ 1069643 h 1511603"/>
              <a:gd name="connsiteX44" fmla="*/ 1638335 w 1775495"/>
              <a:gd name="connsiteY44" fmla="*/ 1031543 h 1511603"/>
              <a:gd name="connsiteX45" fmla="*/ 1661195 w 1775495"/>
              <a:gd name="connsiteY45" fmla="*/ 978203 h 1511603"/>
              <a:gd name="connsiteX46" fmla="*/ 1676435 w 1775495"/>
              <a:gd name="connsiteY46" fmla="*/ 955343 h 1511603"/>
              <a:gd name="connsiteX47" fmla="*/ 1706915 w 1775495"/>
              <a:gd name="connsiteY47" fmla="*/ 902003 h 1511603"/>
              <a:gd name="connsiteX48" fmla="*/ 1722155 w 1775495"/>
              <a:gd name="connsiteY48" fmla="*/ 787703 h 1511603"/>
              <a:gd name="connsiteX49" fmla="*/ 1737395 w 1775495"/>
              <a:gd name="connsiteY49" fmla="*/ 696263 h 1511603"/>
              <a:gd name="connsiteX50" fmla="*/ 1752635 w 1775495"/>
              <a:gd name="connsiteY50" fmla="*/ 528623 h 1511603"/>
              <a:gd name="connsiteX51" fmla="*/ 1760255 w 1775495"/>
              <a:gd name="connsiteY51" fmla="*/ 498143 h 1511603"/>
              <a:gd name="connsiteX52" fmla="*/ 1775495 w 1775495"/>
              <a:gd name="connsiteY52" fmla="*/ 475283 h 1511603"/>
              <a:gd name="connsiteX53" fmla="*/ 1767875 w 1775495"/>
              <a:gd name="connsiteY53" fmla="*/ 444803 h 1511603"/>
              <a:gd name="connsiteX54" fmla="*/ 1752635 w 1775495"/>
              <a:gd name="connsiteY54" fmla="*/ 376223 h 1511603"/>
              <a:gd name="connsiteX55" fmla="*/ 1737395 w 1775495"/>
              <a:gd name="connsiteY55" fmla="*/ 353363 h 1511603"/>
              <a:gd name="connsiteX56" fmla="*/ 1706915 w 1775495"/>
              <a:gd name="connsiteY56" fmla="*/ 277163 h 1511603"/>
              <a:gd name="connsiteX57" fmla="*/ 1676435 w 1775495"/>
              <a:gd name="connsiteY57" fmla="*/ 269543 h 1511603"/>
              <a:gd name="connsiteX58" fmla="*/ 1607855 w 1775495"/>
              <a:gd name="connsiteY58" fmla="*/ 231443 h 1511603"/>
              <a:gd name="connsiteX59" fmla="*/ 1546895 w 1775495"/>
              <a:gd name="connsiteY59" fmla="*/ 200963 h 1511603"/>
              <a:gd name="connsiteX60" fmla="*/ 1493555 w 1775495"/>
              <a:gd name="connsiteY60" fmla="*/ 193343 h 1511603"/>
              <a:gd name="connsiteX61" fmla="*/ 1463075 w 1775495"/>
              <a:gd name="connsiteY61" fmla="*/ 178103 h 1511603"/>
              <a:gd name="connsiteX62" fmla="*/ 1455455 w 1775495"/>
              <a:gd name="connsiteY62" fmla="*/ 155243 h 1511603"/>
              <a:gd name="connsiteX63" fmla="*/ 1447835 w 1775495"/>
              <a:gd name="connsiteY63" fmla="*/ 18083 h 1511603"/>
              <a:gd name="connsiteX64" fmla="*/ 1280195 w 1775495"/>
              <a:gd name="connsiteY64" fmla="*/ 10463 h 1511603"/>
              <a:gd name="connsiteX65" fmla="*/ 1531655 w 1775495"/>
              <a:gd name="connsiteY65" fmla="*/ 399083 h 1511603"/>
              <a:gd name="connsiteX66" fmla="*/ 1470695 w 1775495"/>
              <a:gd name="connsiteY66" fmla="*/ 658163 h 1511603"/>
              <a:gd name="connsiteX67" fmla="*/ 1447835 w 1775495"/>
              <a:gd name="connsiteY67" fmla="*/ 787703 h 1511603"/>
              <a:gd name="connsiteX68" fmla="*/ 1386875 w 1775495"/>
              <a:gd name="connsiteY68" fmla="*/ 932483 h 1511603"/>
              <a:gd name="connsiteX69" fmla="*/ 1364015 w 1775495"/>
              <a:gd name="connsiteY69" fmla="*/ 1016303 h 1511603"/>
              <a:gd name="connsiteX70" fmla="*/ 1226855 w 1775495"/>
              <a:gd name="connsiteY70" fmla="*/ 1115363 h 1511603"/>
              <a:gd name="connsiteX71" fmla="*/ 1143035 w 1775495"/>
              <a:gd name="connsiteY71" fmla="*/ 1138223 h 1511603"/>
              <a:gd name="connsiteX72" fmla="*/ 1021115 w 1775495"/>
              <a:gd name="connsiteY72" fmla="*/ 1145843 h 1511603"/>
              <a:gd name="connsiteX73" fmla="*/ 861095 w 1775495"/>
              <a:gd name="connsiteY73" fmla="*/ 1138223 h 1511603"/>
              <a:gd name="connsiteX74" fmla="*/ 777275 w 1775495"/>
              <a:gd name="connsiteY74" fmla="*/ 1199183 h 1511603"/>
              <a:gd name="connsiteX75" fmla="*/ 579155 w 1775495"/>
              <a:gd name="connsiteY75" fmla="*/ 1260143 h 1511603"/>
              <a:gd name="connsiteX76" fmla="*/ 541055 w 1775495"/>
              <a:gd name="connsiteY76" fmla="*/ 1267763 h 1511603"/>
              <a:gd name="connsiteX77" fmla="*/ 426755 w 1775495"/>
              <a:gd name="connsiteY77" fmla="*/ 1267763 h 1511603"/>
              <a:gd name="connsiteX78" fmla="*/ 266735 w 1775495"/>
              <a:gd name="connsiteY78" fmla="*/ 1168703 h 1511603"/>
              <a:gd name="connsiteX79" fmla="*/ 76235 w 1775495"/>
              <a:gd name="connsiteY79" fmla="*/ 1153463 h 1511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775495" h="1511603">
                <a:moveTo>
                  <a:pt x="76235" y="1153463"/>
                </a:moveTo>
                <a:lnTo>
                  <a:pt x="76235" y="1153463"/>
                </a:lnTo>
                <a:cubicBezTo>
                  <a:pt x="66075" y="1173783"/>
                  <a:pt x="54493" y="1193452"/>
                  <a:pt x="45755" y="1214423"/>
                </a:cubicBezTo>
                <a:cubicBezTo>
                  <a:pt x="41727" y="1224090"/>
                  <a:pt x="44222" y="1236381"/>
                  <a:pt x="38135" y="1244903"/>
                </a:cubicBezTo>
                <a:cubicBezTo>
                  <a:pt x="30753" y="1255237"/>
                  <a:pt x="17815" y="1260143"/>
                  <a:pt x="7655" y="1267763"/>
                </a:cubicBezTo>
                <a:cubicBezTo>
                  <a:pt x="5115" y="1275383"/>
                  <a:pt x="-499" y="1282609"/>
                  <a:pt x="35" y="1290623"/>
                </a:cubicBezTo>
                <a:cubicBezTo>
                  <a:pt x="2090" y="1321455"/>
                  <a:pt x="4182" y="1353222"/>
                  <a:pt x="15275" y="1382063"/>
                </a:cubicBezTo>
                <a:cubicBezTo>
                  <a:pt x="18158" y="1389560"/>
                  <a:pt x="30752" y="1386519"/>
                  <a:pt x="38135" y="1389683"/>
                </a:cubicBezTo>
                <a:cubicBezTo>
                  <a:pt x="103036" y="1417498"/>
                  <a:pt x="31268" y="1401188"/>
                  <a:pt x="144815" y="1412543"/>
                </a:cubicBezTo>
                <a:cubicBezTo>
                  <a:pt x="167675" y="1410003"/>
                  <a:pt x="191575" y="1412196"/>
                  <a:pt x="213395" y="1404923"/>
                </a:cubicBezTo>
                <a:cubicBezTo>
                  <a:pt x="223618" y="1401515"/>
                  <a:pt x="227486" y="1388327"/>
                  <a:pt x="236255" y="1382063"/>
                </a:cubicBezTo>
                <a:cubicBezTo>
                  <a:pt x="245498" y="1375461"/>
                  <a:pt x="256575" y="1371903"/>
                  <a:pt x="266735" y="1366823"/>
                </a:cubicBezTo>
                <a:cubicBezTo>
                  <a:pt x="301723" y="1314342"/>
                  <a:pt x="257021" y="1378156"/>
                  <a:pt x="312455" y="1313483"/>
                </a:cubicBezTo>
                <a:cubicBezTo>
                  <a:pt x="326354" y="1297268"/>
                  <a:pt x="333829" y="1274081"/>
                  <a:pt x="350555" y="1260143"/>
                </a:cubicBezTo>
                <a:cubicBezTo>
                  <a:pt x="356725" y="1255001"/>
                  <a:pt x="365795" y="1255063"/>
                  <a:pt x="373415" y="1252523"/>
                </a:cubicBezTo>
                <a:cubicBezTo>
                  <a:pt x="409331" y="1198649"/>
                  <a:pt x="364257" y="1265344"/>
                  <a:pt x="411515" y="1199183"/>
                </a:cubicBezTo>
                <a:cubicBezTo>
                  <a:pt x="416838" y="1191731"/>
                  <a:pt x="421675" y="1183943"/>
                  <a:pt x="426755" y="1176323"/>
                </a:cubicBezTo>
                <a:cubicBezTo>
                  <a:pt x="445035" y="1212884"/>
                  <a:pt x="458879" y="1233549"/>
                  <a:pt x="464855" y="1275383"/>
                </a:cubicBezTo>
                <a:cubicBezTo>
                  <a:pt x="469897" y="1310675"/>
                  <a:pt x="463828" y="1347477"/>
                  <a:pt x="472475" y="1382063"/>
                </a:cubicBezTo>
                <a:cubicBezTo>
                  <a:pt x="476917" y="1399832"/>
                  <a:pt x="502955" y="1427783"/>
                  <a:pt x="502955" y="1427783"/>
                </a:cubicBezTo>
                <a:cubicBezTo>
                  <a:pt x="505495" y="1445563"/>
                  <a:pt x="503281" y="1464710"/>
                  <a:pt x="510575" y="1481123"/>
                </a:cubicBezTo>
                <a:cubicBezTo>
                  <a:pt x="526307" y="1516519"/>
                  <a:pt x="540563" y="1486367"/>
                  <a:pt x="556295" y="1481123"/>
                </a:cubicBezTo>
                <a:cubicBezTo>
                  <a:pt x="709985" y="1429893"/>
                  <a:pt x="601112" y="1481575"/>
                  <a:pt x="678215" y="1443023"/>
                </a:cubicBezTo>
                <a:cubicBezTo>
                  <a:pt x="698535" y="1445563"/>
                  <a:pt x="719930" y="1443645"/>
                  <a:pt x="739175" y="1450643"/>
                </a:cubicBezTo>
                <a:cubicBezTo>
                  <a:pt x="758792" y="1457776"/>
                  <a:pt x="764317" y="1483405"/>
                  <a:pt x="777275" y="1496363"/>
                </a:cubicBezTo>
                <a:cubicBezTo>
                  <a:pt x="783751" y="1502839"/>
                  <a:pt x="792515" y="1506523"/>
                  <a:pt x="800135" y="1511603"/>
                </a:cubicBezTo>
                <a:cubicBezTo>
                  <a:pt x="812835" y="1506523"/>
                  <a:pt x="825134" y="1500293"/>
                  <a:pt x="838235" y="1496363"/>
                </a:cubicBezTo>
                <a:cubicBezTo>
                  <a:pt x="850640" y="1492641"/>
                  <a:pt x="864500" y="1494003"/>
                  <a:pt x="876335" y="1488743"/>
                </a:cubicBezTo>
                <a:cubicBezTo>
                  <a:pt x="887940" y="1483585"/>
                  <a:pt x="896411" y="1473166"/>
                  <a:pt x="906815" y="1465883"/>
                </a:cubicBezTo>
                <a:cubicBezTo>
                  <a:pt x="957217" y="1430602"/>
                  <a:pt x="937071" y="1439269"/>
                  <a:pt x="983015" y="1427783"/>
                </a:cubicBezTo>
                <a:cubicBezTo>
                  <a:pt x="990635" y="1417623"/>
                  <a:pt x="998493" y="1407637"/>
                  <a:pt x="1005875" y="1397303"/>
                </a:cubicBezTo>
                <a:cubicBezTo>
                  <a:pt x="1011198" y="1389851"/>
                  <a:pt x="1014639" y="1380919"/>
                  <a:pt x="1021115" y="1374443"/>
                </a:cubicBezTo>
                <a:cubicBezTo>
                  <a:pt x="1030095" y="1365463"/>
                  <a:pt x="1041435" y="1359203"/>
                  <a:pt x="1051595" y="1351583"/>
                </a:cubicBezTo>
                <a:cubicBezTo>
                  <a:pt x="1057813" y="1332928"/>
                  <a:pt x="1062685" y="1314721"/>
                  <a:pt x="1074455" y="1298243"/>
                </a:cubicBezTo>
                <a:cubicBezTo>
                  <a:pt x="1080719" y="1289474"/>
                  <a:pt x="1090699" y="1283889"/>
                  <a:pt x="1097315" y="1275383"/>
                </a:cubicBezTo>
                <a:cubicBezTo>
                  <a:pt x="1108560" y="1260925"/>
                  <a:pt x="1127795" y="1229663"/>
                  <a:pt x="1127795" y="1229663"/>
                </a:cubicBezTo>
                <a:cubicBezTo>
                  <a:pt x="1132371" y="1211360"/>
                  <a:pt x="1134210" y="1189479"/>
                  <a:pt x="1150655" y="1176323"/>
                </a:cubicBezTo>
                <a:cubicBezTo>
                  <a:pt x="1156927" y="1171305"/>
                  <a:pt x="1166331" y="1172295"/>
                  <a:pt x="1173515" y="1168703"/>
                </a:cubicBezTo>
                <a:cubicBezTo>
                  <a:pt x="1181706" y="1164607"/>
                  <a:pt x="1188755" y="1158543"/>
                  <a:pt x="1196375" y="1153463"/>
                </a:cubicBezTo>
                <a:cubicBezTo>
                  <a:pt x="1206535" y="1158543"/>
                  <a:pt x="1216308" y="1164484"/>
                  <a:pt x="1226855" y="1168703"/>
                </a:cubicBezTo>
                <a:cubicBezTo>
                  <a:pt x="1322210" y="1206845"/>
                  <a:pt x="1323350" y="1180182"/>
                  <a:pt x="1478315" y="1168703"/>
                </a:cubicBezTo>
                <a:cubicBezTo>
                  <a:pt x="1561443" y="1085575"/>
                  <a:pt x="1449002" y="1188929"/>
                  <a:pt x="1554515" y="1122983"/>
                </a:cubicBezTo>
                <a:cubicBezTo>
                  <a:pt x="1562281" y="1118129"/>
                  <a:pt x="1563795" y="1107076"/>
                  <a:pt x="1569755" y="1100123"/>
                </a:cubicBezTo>
                <a:cubicBezTo>
                  <a:pt x="1579106" y="1089214"/>
                  <a:pt x="1590075" y="1079803"/>
                  <a:pt x="1600235" y="1069643"/>
                </a:cubicBezTo>
                <a:cubicBezTo>
                  <a:pt x="1618105" y="1016032"/>
                  <a:pt x="1591255" y="1078623"/>
                  <a:pt x="1638335" y="1031543"/>
                </a:cubicBezTo>
                <a:cubicBezTo>
                  <a:pt x="1654191" y="1015687"/>
                  <a:pt x="1652087" y="996419"/>
                  <a:pt x="1661195" y="978203"/>
                </a:cubicBezTo>
                <a:cubicBezTo>
                  <a:pt x="1665291" y="970012"/>
                  <a:pt x="1671891" y="963294"/>
                  <a:pt x="1676435" y="955343"/>
                </a:cubicBezTo>
                <a:cubicBezTo>
                  <a:pt x="1715106" y="887668"/>
                  <a:pt x="1669785" y="957698"/>
                  <a:pt x="1706915" y="902003"/>
                </a:cubicBezTo>
                <a:cubicBezTo>
                  <a:pt x="1724707" y="813043"/>
                  <a:pt x="1703065" y="927697"/>
                  <a:pt x="1722155" y="787703"/>
                </a:cubicBezTo>
                <a:cubicBezTo>
                  <a:pt x="1726330" y="757086"/>
                  <a:pt x="1733785" y="726952"/>
                  <a:pt x="1737395" y="696263"/>
                </a:cubicBezTo>
                <a:cubicBezTo>
                  <a:pt x="1743951" y="640537"/>
                  <a:pt x="1746203" y="584364"/>
                  <a:pt x="1752635" y="528623"/>
                </a:cubicBezTo>
                <a:cubicBezTo>
                  <a:pt x="1753835" y="518219"/>
                  <a:pt x="1756130" y="507769"/>
                  <a:pt x="1760255" y="498143"/>
                </a:cubicBezTo>
                <a:cubicBezTo>
                  <a:pt x="1763863" y="489725"/>
                  <a:pt x="1770415" y="482903"/>
                  <a:pt x="1775495" y="475283"/>
                </a:cubicBezTo>
                <a:cubicBezTo>
                  <a:pt x="1772955" y="465123"/>
                  <a:pt x="1770230" y="455007"/>
                  <a:pt x="1767875" y="444803"/>
                </a:cubicBezTo>
                <a:cubicBezTo>
                  <a:pt x="1762609" y="421985"/>
                  <a:pt x="1760040" y="398439"/>
                  <a:pt x="1752635" y="376223"/>
                </a:cubicBezTo>
                <a:cubicBezTo>
                  <a:pt x="1749739" y="367535"/>
                  <a:pt x="1741114" y="361732"/>
                  <a:pt x="1737395" y="353363"/>
                </a:cubicBezTo>
                <a:cubicBezTo>
                  <a:pt x="1734709" y="347320"/>
                  <a:pt x="1717922" y="286336"/>
                  <a:pt x="1706915" y="277163"/>
                </a:cubicBezTo>
                <a:cubicBezTo>
                  <a:pt x="1698870" y="270459"/>
                  <a:pt x="1686595" y="272083"/>
                  <a:pt x="1676435" y="269543"/>
                </a:cubicBezTo>
                <a:cubicBezTo>
                  <a:pt x="1624910" y="235193"/>
                  <a:pt x="1688722" y="276369"/>
                  <a:pt x="1607855" y="231443"/>
                </a:cubicBezTo>
                <a:cubicBezTo>
                  <a:pt x="1576480" y="214013"/>
                  <a:pt x="1589217" y="211544"/>
                  <a:pt x="1546895" y="200963"/>
                </a:cubicBezTo>
                <a:cubicBezTo>
                  <a:pt x="1529471" y="196607"/>
                  <a:pt x="1511335" y="195883"/>
                  <a:pt x="1493555" y="193343"/>
                </a:cubicBezTo>
                <a:cubicBezTo>
                  <a:pt x="1483395" y="188263"/>
                  <a:pt x="1471107" y="186135"/>
                  <a:pt x="1463075" y="178103"/>
                </a:cubicBezTo>
                <a:cubicBezTo>
                  <a:pt x="1457395" y="172423"/>
                  <a:pt x="1456217" y="163239"/>
                  <a:pt x="1455455" y="155243"/>
                </a:cubicBezTo>
                <a:cubicBezTo>
                  <a:pt x="1451114" y="109659"/>
                  <a:pt x="1483138" y="47246"/>
                  <a:pt x="1447835" y="18083"/>
                </a:cubicBezTo>
                <a:cubicBezTo>
                  <a:pt x="1404709" y="-17543"/>
                  <a:pt x="1280195" y="10463"/>
                  <a:pt x="1280195" y="10463"/>
                </a:cubicBezTo>
                <a:lnTo>
                  <a:pt x="1531655" y="399083"/>
                </a:lnTo>
                <a:lnTo>
                  <a:pt x="1470695" y="658163"/>
                </a:lnTo>
                <a:lnTo>
                  <a:pt x="1447835" y="787703"/>
                </a:lnTo>
                <a:lnTo>
                  <a:pt x="1386875" y="932483"/>
                </a:lnTo>
                <a:lnTo>
                  <a:pt x="1364015" y="1016303"/>
                </a:lnTo>
                <a:lnTo>
                  <a:pt x="1226855" y="1115363"/>
                </a:lnTo>
                <a:lnTo>
                  <a:pt x="1143035" y="1138223"/>
                </a:lnTo>
                <a:lnTo>
                  <a:pt x="1021115" y="1145843"/>
                </a:lnTo>
                <a:lnTo>
                  <a:pt x="861095" y="1138223"/>
                </a:lnTo>
                <a:lnTo>
                  <a:pt x="777275" y="1199183"/>
                </a:lnTo>
                <a:lnTo>
                  <a:pt x="579155" y="1260143"/>
                </a:lnTo>
                <a:lnTo>
                  <a:pt x="541055" y="1267763"/>
                </a:lnTo>
                <a:lnTo>
                  <a:pt x="426755" y="1267763"/>
                </a:lnTo>
                <a:lnTo>
                  <a:pt x="266735" y="1168703"/>
                </a:lnTo>
                <a:lnTo>
                  <a:pt x="76235" y="1153463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3" name="Облако 82"/>
          <p:cNvSpPr/>
          <p:nvPr/>
        </p:nvSpPr>
        <p:spPr>
          <a:xfrm>
            <a:off x="958850" y="6021614"/>
            <a:ext cx="578102" cy="185478"/>
          </a:xfrm>
          <a:prstGeom prst="clou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4" name="Облако 83"/>
          <p:cNvSpPr/>
          <p:nvPr/>
        </p:nvSpPr>
        <p:spPr>
          <a:xfrm>
            <a:off x="3549650" y="5190653"/>
            <a:ext cx="184634" cy="361261"/>
          </a:xfrm>
          <a:prstGeom prst="clou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5" name="Облако 84"/>
          <p:cNvSpPr/>
          <p:nvPr/>
        </p:nvSpPr>
        <p:spPr>
          <a:xfrm>
            <a:off x="3467100" y="5651500"/>
            <a:ext cx="234950" cy="332996"/>
          </a:xfrm>
          <a:prstGeom prst="clou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6" name="Облако 85"/>
          <p:cNvSpPr/>
          <p:nvPr/>
        </p:nvSpPr>
        <p:spPr>
          <a:xfrm>
            <a:off x="3062514" y="6200128"/>
            <a:ext cx="404586" cy="137172"/>
          </a:xfrm>
          <a:prstGeom prst="cloud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cxnSp>
        <p:nvCxnSpPr>
          <p:cNvPr id="88" name="Соединительная линия уступом 87"/>
          <p:cNvCxnSpPr/>
          <p:nvPr/>
        </p:nvCxnSpPr>
        <p:spPr>
          <a:xfrm rot="16200000" flipH="1">
            <a:off x="4243354" y="5026418"/>
            <a:ext cx="793328" cy="257664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единительная линия 89"/>
          <p:cNvCxnSpPr/>
          <p:nvPr/>
        </p:nvCxnSpPr>
        <p:spPr>
          <a:xfrm>
            <a:off x="4511186" y="4758585"/>
            <a:ext cx="791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Прямая соединительная линия 91"/>
          <p:cNvCxnSpPr/>
          <p:nvPr/>
        </p:nvCxnSpPr>
        <p:spPr>
          <a:xfrm flipH="1">
            <a:off x="4517536" y="5551914"/>
            <a:ext cx="2576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единительная линия 93"/>
          <p:cNvCxnSpPr/>
          <p:nvPr/>
        </p:nvCxnSpPr>
        <p:spPr>
          <a:xfrm>
            <a:off x="5302250" y="4758585"/>
            <a:ext cx="0" cy="13501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единительная линия 95"/>
          <p:cNvCxnSpPr/>
          <p:nvPr/>
        </p:nvCxnSpPr>
        <p:spPr>
          <a:xfrm>
            <a:off x="4511186" y="5551914"/>
            <a:ext cx="0" cy="4697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Прямая соединительная линия 97"/>
          <p:cNvCxnSpPr>
            <a:endCxn id="63" idx="1"/>
          </p:cNvCxnSpPr>
          <p:nvPr/>
        </p:nvCxnSpPr>
        <p:spPr>
          <a:xfrm>
            <a:off x="4511186" y="6021614"/>
            <a:ext cx="460260" cy="360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единительная линия 99"/>
          <p:cNvCxnSpPr>
            <a:endCxn id="63" idx="1"/>
          </p:cNvCxnSpPr>
          <p:nvPr/>
        </p:nvCxnSpPr>
        <p:spPr>
          <a:xfrm flipH="1">
            <a:off x="4971446" y="6108700"/>
            <a:ext cx="330804" cy="273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Цилиндр 102"/>
          <p:cNvSpPr/>
          <p:nvPr/>
        </p:nvSpPr>
        <p:spPr>
          <a:xfrm>
            <a:off x="4845050" y="5261704"/>
            <a:ext cx="381000" cy="237396"/>
          </a:xfrm>
          <a:prstGeom prst="ca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4" name="Цилиндр 103"/>
          <p:cNvSpPr/>
          <p:nvPr/>
        </p:nvSpPr>
        <p:spPr>
          <a:xfrm>
            <a:off x="4616450" y="5727700"/>
            <a:ext cx="354996" cy="293914"/>
          </a:xfrm>
          <a:prstGeom prst="ca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cxnSp>
        <p:nvCxnSpPr>
          <p:cNvPr id="107" name="Прямая соединительная линия 106"/>
          <p:cNvCxnSpPr/>
          <p:nvPr/>
        </p:nvCxnSpPr>
        <p:spPr>
          <a:xfrm>
            <a:off x="4517536" y="4758585"/>
            <a:ext cx="175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Прямая соединительная линия 108"/>
          <p:cNvCxnSpPr/>
          <p:nvPr/>
        </p:nvCxnSpPr>
        <p:spPr>
          <a:xfrm flipV="1">
            <a:off x="4517536" y="4644534"/>
            <a:ext cx="175114" cy="1140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единительная линия 110"/>
          <p:cNvCxnSpPr/>
          <p:nvPr/>
        </p:nvCxnSpPr>
        <p:spPr>
          <a:xfrm flipV="1">
            <a:off x="5302250" y="4644534"/>
            <a:ext cx="154611" cy="1140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единительная линия 112"/>
          <p:cNvCxnSpPr/>
          <p:nvPr/>
        </p:nvCxnSpPr>
        <p:spPr>
          <a:xfrm>
            <a:off x="4692650" y="4644534"/>
            <a:ext cx="764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единительная линия 114"/>
          <p:cNvCxnSpPr/>
          <p:nvPr/>
        </p:nvCxnSpPr>
        <p:spPr>
          <a:xfrm flipV="1">
            <a:off x="5302250" y="5984496"/>
            <a:ext cx="154611" cy="1242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единительная линия 116"/>
          <p:cNvCxnSpPr/>
          <p:nvPr/>
        </p:nvCxnSpPr>
        <p:spPr>
          <a:xfrm>
            <a:off x="5456861" y="4644534"/>
            <a:ext cx="0" cy="1339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Полилиния 118"/>
          <p:cNvSpPr/>
          <p:nvPr/>
        </p:nvSpPr>
        <p:spPr>
          <a:xfrm>
            <a:off x="1272540" y="4853940"/>
            <a:ext cx="626314" cy="1371600"/>
          </a:xfrm>
          <a:custGeom>
            <a:avLst/>
            <a:gdLst>
              <a:gd name="connsiteX0" fmla="*/ 411480 w 626314"/>
              <a:gd name="connsiteY0" fmla="*/ 1371600 h 1371600"/>
              <a:gd name="connsiteX1" fmla="*/ 411480 w 626314"/>
              <a:gd name="connsiteY1" fmla="*/ 1371600 h 1371600"/>
              <a:gd name="connsiteX2" fmla="*/ 396240 w 626314"/>
              <a:gd name="connsiteY2" fmla="*/ 1272540 h 1371600"/>
              <a:gd name="connsiteX3" fmla="*/ 373380 w 626314"/>
              <a:gd name="connsiteY3" fmla="*/ 1257300 h 1371600"/>
              <a:gd name="connsiteX4" fmla="*/ 358140 w 626314"/>
              <a:gd name="connsiteY4" fmla="*/ 1234440 h 1371600"/>
              <a:gd name="connsiteX5" fmla="*/ 358140 w 626314"/>
              <a:gd name="connsiteY5" fmla="*/ 1158240 h 1371600"/>
              <a:gd name="connsiteX6" fmla="*/ 365760 w 626314"/>
              <a:gd name="connsiteY6" fmla="*/ 1127760 h 1371600"/>
              <a:gd name="connsiteX7" fmla="*/ 320040 w 626314"/>
              <a:gd name="connsiteY7" fmla="*/ 1120140 h 1371600"/>
              <a:gd name="connsiteX8" fmla="*/ 289560 w 626314"/>
              <a:gd name="connsiteY8" fmla="*/ 1089660 h 1371600"/>
              <a:gd name="connsiteX9" fmla="*/ 266700 w 626314"/>
              <a:gd name="connsiteY9" fmla="*/ 1082040 h 1371600"/>
              <a:gd name="connsiteX10" fmla="*/ 243840 w 626314"/>
              <a:gd name="connsiteY10" fmla="*/ 1051560 h 1371600"/>
              <a:gd name="connsiteX11" fmla="*/ 228600 w 626314"/>
              <a:gd name="connsiteY11" fmla="*/ 1013460 h 1371600"/>
              <a:gd name="connsiteX12" fmla="*/ 220980 w 626314"/>
              <a:gd name="connsiteY12" fmla="*/ 990600 h 1371600"/>
              <a:gd name="connsiteX13" fmla="*/ 198120 w 626314"/>
              <a:gd name="connsiteY13" fmla="*/ 975360 h 1371600"/>
              <a:gd name="connsiteX14" fmla="*/ 167640 w 626314"/>
              <a:gd name="connsiteY14" fmla="*/ 952500 h 1371600"/>
              <a:gd name="connsiteX15" fmla="*/ 129540 w 626314"/>
              <a:gd name="connsiteY15" fmla="*/ 914400 h 1371600"/>
              <a:gd name="connsiteX16" fmla="*/ 106680 w 626314"/>
              <a:gd name="connsiteY16" fmla="*/ 883920 h 1371600"/>
              <a:gd name="connsiteX17" fmla="*/ 53340 w 626314"/>
              <a:gd name="connsiteY17" fmla="*/ 807720 h 1371600"/>
              <a:gd name="connsiteX18" fmla="*/ 22860 w 626314"/>
              <a:gd name="connsiteY18" fmla="*/ 746760 h 1371600"/>
              <a:gd name="connsiteX19" fmla="*/ 0 w 626314"/>
              <a:gd name="connsiteY19" fmla="*/ 739140 h 1371600"/>
              <a:gd name="connsiteX20" fmla="*/ 45720 w 626314"/>
              <a:gd name="connsiteY20" fmla="*/ 762000 h 1371600"/>
              <a:gd name="connsiteX21" fmla="*/ 99060 w 626314"/>
              <a:gd name="connsiteY21" fmla="*/ 746760 h 1371600"/>
              <a:gd name="connsiteX22" fmla="*/ 144780 w 626314"/>
              <a:gd name="connsiteY22" fmla="*/ 723900 h 1371600"/>
              <a:gd name="connsiteX23" fmla="*/ 182880 w 626314"/>
              <a:gd name="connsiteY23" fmla="*/ 685800 h 1371600"/>
              <a:gd name="connsiteX24" fmla="*/ 213360 w 626314"/>
              <a:gd name="connsiteY24" fmla="*/ 632460 h 1371600"/>
              <a:gd name="connsiteX25" fmla="*/ 236220 w 626314"/>
              <a:gd name="connsiteY25" fmla="*/ 609600 h 1371600"/>
              <a:gd name="connsiteX26" fmla="*/ 274320 w 626314"/>
              <a:gd name="connsiteY26" fmla="*/ 571500 h 1371600"/>
              <a:gd name="connsiteX27" fmla="*/ 297180 w 626314"/>
              <a:gd name="connsiteY27" fmla="*/ 518160 h 1371600"/>
              <a:gd name="connsiteX28" fmla="*/ 304800 w 626314"/>
              <a:gd name="connsiteY28" fmla="*/ 464820 h 1371600"/>
              <a:gd name="connsiteX29" fmla="*/ 350520 w 626314"/>
              <a:gd name="connsiteY29" fmla="*/ 441960 h 1371600"/>
              <a:gd name="connsiteX30" fmla="*/ 381000 w 626314"/>
              <a:gd name="connsiteY30" fmla="*/ 411480 h 1371600"/>
              <a:gd name="connsiteX31" fmla="*/ 434340 w 626314"/>
              <a:gd name="connsiteY31" fmla="*/ 373380 h 1371600"/>
              <a:gd name="connsiteX32" fmla="*/ 472440 w 626314"/>
              <a:gd name="connsiteY32" fmla="*/ 320040 h 1371600"/>
              <a:gd name="connsiteX33" fmla="*/ 457200 w 626314"/>
              <a:gd name="connsiteY33" fmla="*/ 0 h 1371600"/>
              <a:gd name="connsiteX34" fmla="*/ 495300 w 626314"/>
              <a:gd name="connsiteY34" fmla="*/ 30480 h 1371600"/>
              <a:gd name="connsiteX35" fmla="*/ 502920 w 626314"/>
              <a:gd name="connsiteY35" fmla="*/ 53340 h 1371600"/>
              <a:gd name="connsiteX36" fmla="*/ 533400 w 626314"/>
              <a:gd name="connsiteY36" fmla="*/ 68580 h 1371600"/>
              <a:gd name="connsiteX37" fmla="*/ 556260 w 626314"/>
              <a:gd name="connsiteY37" fmla="*/ 60960 h 1371600"/>
              <a:gd name="connsiteX38" fmla="*/ 601980 w 626314"/>
              <a:gd name="connsiteY38" fmla="*/ 91440 h 1371600"/>
              <a:gd name="connsiteX39" fmla="*/ 609600 w 626314"/>
              <a:gd name="connsiteY39" fmla="*/ 114300 h 1371600"/>
              <a:gd name="connsiteX40" fmla="*/ 624840 w 626314"/>
              <a:gd name="connsiteY40" fmla="*/ 144780 h 1371600"/>
              <a:gd name="connsiteX41" fmla="*/ 601980 w 626314"/>
              <a:gd name="connsiteY41" fmla="*/ 266700 h 1371600"/>
              <a:gd name="connsiteX42" fmla="*/ 586740 w 626314"/>
              <a:gd name="connsiteY42" fmla="*/ 289560 h 1371600"/>
              <a:gd name="connsiteX43" fmla="*/ 579120 w 626314"/>
              <a:gd name="connsiteY43" fmla="*/ 312420 h 1371600"/>
              <a:gd name="connsiteX44" fmla="*/ 525780 w 626314"/>
              <a:gd name="connsiteY44" fmla="*/ 358140 h 1371600"/>
              <a:gd name="connsiteX45" fmla="*/ 495300 w 626314"/>
              <a:gd name="connsiteY45" fmla="*/ 365760 h 1371600"/>
              <a:gd name="connsiteX46" fmla="*/ 449580 w 626314"/>
              <a:gd name="connsiteY46" fmla="*/ 396240 h 1371600"/>
              <a:gd name="connsiteX47" fmla="*/ 388620 w 626314"/>
              <a:gd name="connsiteY47" fmla="*/ 419100 h 1371600"/>
              <a:gd name="connsiteX48" fmla="*/ 365760 w 626314"/>
              <a:gd name="connsiteY48" fmla="*/ 495300 h 1371600"/>
              <a:gd name="connsiteX49" fmla="*/ 381000 w 626314"/>
              <a:gd name="connsiteY49" fmla="*/ 571500 h 1371600"/>
              <a:gd name="connsiteX50" fmla="*/ 388620 w 626314"/>
              <a:gd name="connsiteY50" fmla="*/ 617220 h 1371600"/>
              <a:gd name="connsiteX51" fmla="*/ 373380 w 626314"/>
              <a:gd name="connsiteY51" fmla="*/ 655320 h 1371600"/>
              <a:gd name="connsiteX52" fmla="*/ 320040 w 626314"/>
              <a:gd name="connsiteY52" fmla="*/ 678180 h 1371600"/>
              <a:gd name="connsiteX53" fmla="*/ 289560 w 626314"/>
              <a:gd name="connsiteY53" fmla="*/ 693420 h 1371600"/>
              <a:gd name="connsiteX54" fmla="*/ 220980 w 626314"/>
              <a:gd name="connsiteY54" fmla="*/ 708660 h 1371600"/>
              <a:gd name="connsiteX55" fmla="*/ 198120 w 626314"/>
              <a:gd name="connsiteY55" fmla="*/ 716280 h 1371600"/>
              <a:gd name="connsiteX56" fmla="*/ 190500 w 626314"/>
              <a:gd name="connsiteY56" fmla="*/ 746760 h 1371600"/>
              <a:gd name="connsiteX57" fmla="*/ 175260 w 626314"/>
              <a:gd name="connsiteY57" fmla="*/ 792480 h 1371600"/>
              <a:gd name="connsiteX58" fmla="*/ 182880 w 626314"/>
              <a:gd name="connsiteY58" fmla="*/ 838200 h 1371600"/>
              <a:gd name="connsiteX59" fmla="*/ 198120 w 626314"/>
              <a:gd name="connsiteY59" fmla="*/ 868680 h 1371600"/>
              <a:gd name="connsiteX60" fmla="*/ 228600 w 626314"/>
              <a:gd name="connsiteY60" fmla="*/ 883920 h 1371600"/>
              <a:gd name="connsiteX61" fmla="*/ 342900 w 626314"/>
              <a:gd name="connsiteY61" fmla="*/ 906780 h 1371600"/>
              <a:gd name="connsiteX62" fmla="*/ 365760 w 626314"/>
              <a:gd name="connsiteY62" fmla="*/ 952500 h 1371600"/>
              <a:gd name="connsiteX63" fmla="*/ 388620 w 626314"/>
              <a:gd name="connsiteY63" fmla="*/ 975360 h 1371600"/>
              <a:gd name="connsiteX64" fmla="*/ 403860 w 626314"/>
              <a:gd name="connsiteY64" fmla="*/ 1005840 h 1371600"/>
              <a:gd name="connsiteX65" fmla="*/ 457200 w 626314"/>
              <a:gd name="connsiteY65" fmla="*/ 1028700 h 1371600"/>
              <a:gd name="connsiteX66" fmla="*/ 464820 w 626314"/>
              <a:gd name="connsiteY66" fmla="*/ 1051560 h 1371600"/>
              <a:gd name="connsiteX67" fmla="*/ 480060 w 626314"/>
              <a:gd name="connsiteY67" fmla="*/ 1082040 h 1371600"/>
              <a:gd name="connsiteX68" fmla="*/ 472440 w 626314"/>
              <a:gd name="connsiteY68" fmla="*/ 1257300 h 1371600"/>
              <a:gd name="connsiteX69" fmla="*/ 472440 w 626314"/>
              <a:gd name="connsiteY69" fmla="*/ 1325880 h 1371600"/>
              <a:gd name="connsiteX70" fmla="*/ 472440 w 626314"/>
              <a:gd name="connsiteY70" fmla="*/ 1325880 h 1371600"/>
              <a:gd name="connsiteX71" fmla="*/ 411480 w 626314"/>
              <a:gd name="connsiteY71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626314" h="1371600">
                <a:moveTo>
                  <a:pt x="411480" y="1371600"/>
                </a:moveTo>
                <a:lnTo>
                  <a:pt x="411480" y="1371600"/>
                </a:lnTo>
                <a:cubicBezTo>
                  <a:pt x="406400" y="1338580"/>
                  <a:pt x="406805" y="1304234"/>
                  <a:pt x="396240" y="1272540"/>
                </a:cubicBezTo>
                <a:cubicBezTo>
                  <a:pt x="393344" y="1263852"/>
                  <a:pt x="379856" y="1263776"/>
                  <a:pt x="373380" y="1257300"/>
                </a:cubicBezTo>
                <a:cubicBezTo>
                  <a:pt x="366904" y="1250824"/>
                  <a:pt x="363220" y="1242060"/>
                  <a:pt x="358140" y="1234440"/>
                </a:cubicBezTo>
                <a:cubicBezTo>
                  <a:pt x="375839" y="1163643"/>
                  <a:pt x="358140" y="1251657"/>
                  <a:pt x="358140" y="1158240"/>
                </a:cubicBezTo>
                <a:cubicBezTo>
                  <a:pt x="358140" y="1147767"/>
                  <a:pt x="363220" y="1137920"/>
                  <a:pt x="365760" y="1127760"/>
                </a:cubicBezTo>
                <a:cubicBezTo>
                  <a:pt x="350520" y="1125220"/>
                  <a:pt x="333859" y="1127050"/>
                  <a:pt x="320040" y="1120140"/>
                </a:cubicBezTo>
                <a:cubicBezTo>
                  <a:pt x="307189" y="1113714"/>
                  <a:pt x="301252" y="1098011"/>
                  <a:pt x="289560" y="1089660"/>
                </a:cubicBezTo>
                <a:cubicBezTo>
                  <a:pt x="283024" y="1084991"/>
                  <a:pt x="274320" y="1084580"/>
                  <a:pt x="266700" y="1082040"/>
                </a:cubicBezTo>
                <a:cubicBezTo>
                  <a:pt x="259080" y="1071880"/>
                  <a:pt x="250008" y="1062662"/>
                  <a:pt x="243840" y="1051560"/>
                </a:cubicBezTo>
                <a:cubicBezTo>
                  <a:pt x="237197" y="1039603"/>
                  <a:pt x="233403" y="1026267"/>
                  <a:pt x="228600" y="1013460"/>
                </a:cubicBezTo>
                <a:cubicBezTo>
                  <a:pt x="225780" y="1005939"/>
                  <a:pt x="225998" y="996872"/>
                  <a:pt x="220980" y="990600"/>
                </a:cubicBezTo>
                <a:cubicBezTo>
                  <a:pt x="215259" y="983449"/>
                  <a:pt x="205572" y="980683"/>
                  <a:pt x="198120" y="975360"/>
                </a:cubicBezTo>
                <a:cubicBezTo>
                  <a:pt x="187786" y="967978"/>
                  <a:pt x="177800" y="960120"/>
                  <a:pt x="167640" y="952500"/>
                </a:cubicBezTo>
                <a:cubicBezTo>
                  <a:pt x="151989" y="905547"/>
                  <a:pt x="173482" y="952064"/>
                  <a:pt x="129540" y="914400"/>
                </a:cubicBezTo>
                <a:cubicBezTo>
                  <a:pt x="119897" y="906135"/>
                  <a:pt x="113963" y="894324"/>
                  <a:pt x="106680" y="883920"/>
                </a:cubicBezTo>
                <a:cubicBezTo>
                  <a:pt x="41012" y="790108"/>
                  <a:pt x="106704" y="878872"/>
                  <a:pt x="53340" y="807720"/>
                </a:cubicBezTo>
                <a:cubicBezTo>
                  <a:pt x="45916" y="785448"/>
                  <a:pt x="40855" y="764755"/>
                  <a:pt x="22860" y="746760"/>
                </a:cubicBezTo>
                <a:cubicBezTo>
                  <a:pt x="17180" y="741080"/>
                  <a:pt x="0" y="731108"/>
                  <a:pt x="0" y="739140"/>
                </a:cubicBezTo>
                <a:cubicBezTo>
                  <a:pt x="0" y="748988"/>
                  <a:pt x="40083" y="760121"/>
                  <a:pt x="45720" y="762000"/>
                </a:cubicBezTo>
                <a:cubicBezTo>
                  <a:pt x="55486" y="759559"/>
                  <a:pt x="88128" y="752226"/>
                  <a:pt x="99060" y="746760"/>
                </a:cubicBezTo>
                <a:cubicBezTo>
                  <a:pt x="158146" y="717217"/>
                  <a:pt x="87321" y="743053"/>
                  <a:pt x="144780" y="723900"/>
                </a:cubicBezTo>
                <a:cubicBezTo>
                  <a:pt x="182111" y="649238"/>
                  <a:pt x="136163" y="723174"/>
                  <a:pt x="182880" y="685800"/>
                </a:cubicBezTo>
                <a:cubicBezTo>
                  <a:pt x="194879" y="676201"/>
                  <a:pt x="205860" y="642960"/>
                  <a:pt x="213360" y="632460"/>
                </a:cubicBezTo>
                <a:cubicBezTo>
                  <a:pt x="219624" y="623691"/>
                  <a:pt x="229956" y="618369"/>
                  <a:pt x="236220" y="609600"/>
                </a:cubicBezTo>
                <a:cubicBezTo>
                  <a:pt x="265645" y="568405"/>
                  <a:pt x="233193" y="585209"/>
                  <a:pt x="274320" y="571500"/>
                </a:cubicBezTo>
                <a:cubicBezTo>
                  <a:pt x="292142" y="544767"/>
                  <a:pt x="291029" y="551989"/>
                  <a:pt x="297180" y="518160"/>
                </a:cubicBezTo>
                <a:cubicBezTo>
                  <a:pt x="300393" y="500489"/>
                  <a:pt x="297506" y="481233"/>
                  <a:pt x="304800" y="464820"/>
                </a:cubicBezTo>
                <a:cubicBezTo>
                  <a:pt x="309938" y="453260"/>
                  <a:pt x="340377" y="445341"/>
                  <a:pt x="350520" y="441960"/>
                </a:cubicBezTo>
                <a:cubicBezTo>
                  <a:pt x="360680" y="431800"/>
                  <a:pt x="370091" y="420831"/>
                  <a:pt x="381000" y="411480"/>
                </a:cubicBezTo>
                <a:cubicBezTo>
                  <a:pt x="411287" y="385520"/>
                  <a:pt x="400888" y="406832"/>
                  <a:pt x="434340" y="373380"/>
                </a:cubicBezTo>
                <a:cubicBezTo>
                  <a:pt x="443792" y="363928"/>
                  <a:pt x="463787" y="333020"/>
                  <a:pt x="472440" y="320040"/>
                </a:cubicBezTo>
                <a:cubicBezTo>
                  <a:pt x="443329" y="96859"/>
                  <a:pt x="446484" y="203613"/>
                  <a:pt x="457200" y="0"/>
                </a:cubicBezTo>
                <a:cubicBezTo>
                  <a:pt x="483566" y="8789"/>
                  <a:pt x="481513" y="2906"/>
                  <a:pt x="495300" y="30480"/>
                </a:cubicBezTo>
                <a:cubicBezTo>
                  <a:pt x="498892" y="37664"/>
                  <a:pt x="497240" y="47660"/>
                  <a:pt x="502920" y="53340"/>
                </a:cubicBezTo>
                <a:cubicBezTo>
                  <a:pt x="510952" y="61372"/>
                  <a:pt x="523240" y="63500"/>
                  <a:pt x="533400" y="68580"/>
                </a:cubicBezTo>
                <a:cubicBezTo>
                  <a:pt x="541020" y="66040"/>
                  <a:pt x="548228" y="60960"/>
                  <a:pt x="556260" y="60960"/>
                </a:cubicBezTo>
                <a:cubicBezTo>
                  <a:pt x="578316" y="60960"/>
                  <a:pt x="588236" y="77696"/>
                  <a:pt x="601980" y="91440"/>
                </a:cubicBezTo>
                <a:cubicBezTo>
                  <a:pt x="604520" y="99060"/>
                  <a:pt x="606436" y="106917"/>
                  <a:pt x="609600" y="114300"/>
                </a:cubicBezTo>
                <a:cubicBezTo>
                  <a:pt x="614075" y="124741"/>
                  <a:pt x="624131" y="133443"/>
                  <a:pt x="624840" y="144780"/>
                </a:cubicBezTo>
                <a:cubicBezTo>
                  <a:pt x="628688" y="206353"/>
                  <a:pt x="626289" y="224160"/>
                  <a:pt x="601980" y="266700"/>
                </a:cubicBezTo>
                <a:cubicBezTo>
                  <a:pt x="597436" y="274651"/>
                  <a:pt x="590836" y="281369"/>
                  <a:pt x="586740" y="289560"/>
                </a:cubicBezTo>
                <a:cubicBezTo>
                  <a:pt x="583148" y="296744"/>
                  <a:pt x="583789" y="305884"/>
                  <a:pt x="579120" y="312420"/>
                </a:cubicBezTo>
                <a:cubicBezTo>
                  <a:pt x="570769" y="324111"/>
                  <a:pt x="542363" y="351033"/>
                  <a:pt x="525780" y="358140"/>
                </a:cubicBezTo>
                <a:cubicBezTo>
                  <a:pt x="516154" y="362265"/>
                  <a:pt x="505460" y="363220"/>
                  <a:pt x="495300" y="365760"/>
                </a:cubicBezTo>
                <a:cubicBezTo>
                  <a:pt x="480060" y="375920"/>
                  <a:pt x="466956" y="390448"/>
                  <a:pt x="449580" y="396240"/>
                </a:cubicBezTo>
                <a:cubicBezTo>
                  <a:pt x="413744" y="408185"/>
                  <a:pt x="434178" y="400877"/>
                  <a:pt x="388620" y="419100"/>
                </a:cubicBezTo>
                <a:cubicBezTo>
                  <a:pt x="374996" y="446348"/>
                  <a:pt x="363652" y="461567"/>
                  <a:pt x="365760" y="495300"/>
                </a:cubicBezTo>
                <a:cubicBezTo>
                  <a:pt x="367376" y="521153"/>
                  <a:pt x="376226" y="546041"/>
                  <a:pt x="381000" y="571500"/>
                </a:cubicBezTo>
                <a:cubicBezTo>
                  <a:pt x="383847" y="586686"/>
                  <a:pt x="386080" y="601980"/>
                  <a:pt x="388620" y="617220"/>
                </a:cubicBezTo>
                <a:cubicBezTo>
                  <a:pt x="383540" y="629920"/>
                  <a:pt x="381330" y="644189"/>
                  <a:pt x="373380" y="655320"/>
                </a:cubicBezTo>
                <a:cubicBezTo>
                  <a:pt x="360198" y="673775"/>
                  <a:pt x="338373" y="671305"/>
                  <a:pt x="320040" y="678180"/>
                </a:cubicBezTo>
                <a:cubicBezTo>
                  <a:pt x="309404" y="682168"/>
                  <a:pt x="300417" y="690079"/>
                  <a:pt x="289560" y="693420"/>
                </a:cubicBezTo>
                <a:cubicBezTo>
                  <a:pt x="267178" y="700307"/>
                  <a:pt x="243698" y="702980"/>
                  <a:pt x="220980" y="708660"/>
                </a:cubicBezTo>
                <a:cubicBezTo>
                  <a:pt x="213188" y="710608"/>
                  <a:pt x="205740" y="713740"/>
                  <a:pt x="198120" y="716280"/>
                </a:cubicBezTo>
                <a:cubicBezTo>
                  <a:pt x="195580" y="726440"/>
                  <a:pt x="193509" y="736729"/>
                  <a:pt x="190500" y="746760"/>
                </a:cubicBezTo>
                <a:cubicBezTo>
                  <a:pt x="185884" y="762147"/>
                  <a:pt x="176594" y="776471"/>
                  <a:pt x="175260" y="792480"/>
                </a:cubicBezTo>
                <a:cubicBezTo>
                  <a:pt x="173977" y="807877"/>
                  <a:pt x="178440" y="823401"/>
                  <a:pt x="182880" y="838200"/>
                </a:cubicBezTo>
                <a:cubicBezTo>
                  <a:pt x="186144" y="849080"/>
                  <a:pt x="190088" y="860648"/>
                  <a:pt x="198120" y="868680"/>
                </a:cubicBezTo>
                <a:cubicBezTo>
                  <a:pt x="206152" y="876712"/>
                  <a:pt x="217615" y="881029"/>
                  <a:pt x="228600" y="883920"/>
                </a:cubicBezTo>
                <a:cubicBezTo>
                  <a:pt x="266175" y="893808"/>
                  <a:pt x="342900" y="906780"/>
                  <a:pt x="342900" y="906780"/>
                </a:cubicBezTo>
                <a:cubicBezTo>
                  <a:pt x="350520" y="922020"/>
                  <a:pt x="356309" y="938323"/>
                  <a:pt x="365760" y="952500"/>
                </a:cubicBezTo>
                <a:cubicBezTo>
                  <a:pt x="371738" y="961466"/>
                  <a:pt x="382356" y="966591"/>
                  <a:pt x="388620" y="975360"/>
                </a:cubicBezTo>
                <a:cubicBezTo>
                  <a:pt x="395222" y="984603"/>
                  <a:pt x="396588" y="997114"/>
                  <a:pt x="403860" y="1005840"/>
                </a:cubicBezTo>
                <a:cubicBezTo>
                  <a:pt x="417708" y="1022458"/>
                  <a:pt x="438105" y="1023926"/>
                  <a:pt x="457200" y="1028700"/>
                </a:cubicBezTo>
                <a:cubicBezTo>
                  <a:pt x="459740" y="1036320"/>
                  <a:pt x="461656" y="1044177"/>
                  <a:pt x="464820" y="1051560"/>
                </a:cubicBezTo>
                <a:cubicBezTo>
                  <a:pt x="469295" y="1062001"/>
                  <a:pt x="479640" y="1070689"/>
                  <a:pt x="480060" y="1082040"/>
                </a:cubicBezTo>
                <a:cubicBezTo>
                  <a:pt x="482224" y="1140475"/>
                  <a:pt x="474266" y="1198853"/>
                  <a:pt x="472440" y="1257300"/>
                </a:cubicBezTo>
                <a:cubicBezTo>
                  <a:pt x="471726" y="1280149"/>
                  <a:pt x="472440" y="1303020"/>
                  <a:pt x="472440" y="1325880"/>
                </a:cubicBezTo>
                <a:lnTo>
                  <a:pt x="472440" y="1325880"/>
                </a:lnTo>
                <a:lnTo>
                  <a:pt x="411480" y="137160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0" name="Блок-схема: знак завершения 119"/>
          <p:cNvSpPr/>
          <p:nvPr/>
        </p:nvSpPr>
        <p:spPr>
          <a:xfrm>
            <a:off x="2512534" y="5380863"/>
            <a:ext cx="360549" cy="157094"/>
          </a:xfrm>
          <a:prstGeom prst="flowChartTerminator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1" name="Блок-схема: узел 120"/>
          <p:cNvSpPr/>
          <p:nvPr/>
        </p:nvSpPr>
        <p:spPr>
          <a:xfrm>
            <a:off x="2386981" y="5279996"/>
            <a:ext cx="155298" cy="138655"/>
          </a:xfrm>
          <a:prstGeom prst="flowChartConnector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cxnSp>
        <p:nvCxnSpPr>
          <p:cNvPr id="123" name="Прямая соединительная линия 122"/>
          <p:cNvCxnSpPr>
            <a:stCxn id="120" idx="2"/>
          </p:cNvCxnSpPr>
          <p:nvPr/>
        </p:nvCxnSpPr>
        <p:spPr>
          <a:xfrm flipH="1">
            <a:off x="2551512" y="5537957"/>
            <a:ext cx="141297" cy="121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Прямая соединительная линия 129"/>
          <p:cNvCxnSpPr>
            <a:stCxn id="45" idx="21"/>
            <a:endCxn id="45" idx="21"/>
          </p:cNvCxnSpPr>
          <p:nvPr/>
        </p:nvCxnSpPr>
        <p:spPr>
          <a:xfrm>
            <a:off x="2682585" y="597087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Прямая соединительная линия 138"/>
          <p:cNvCxnSpPr/>
          <p:nvPr/>
        </p:nvCxnSpPr>
        <p:spPr>
          <a:xfrm flipV="1">
            <a:off x="2683575" y="5551914"/>
            <a:ext cx="70387" cy="95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Прямая соединительная линия 140"/>
          <p:cNvCxnSpPr>
            <a:stCxn id="120" idx="3"/>
          </p:cNvCxnSpPr>
          <p:nvPr/>
        </p:nvCxnSpPr>
        <p:spPr>
          <a:xfrm flipV="1">
            <a:off x="2873083" y="5363915"/>
            <a:ext cx="19831" cy="95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362</Words>
  <Application>Microsoft Office PowerPoint</Application>
  <PresentationFormat>Произвольный</PresentationFormat>
  <Paragraphs>86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8" baseType="lpstr">
      <vt:lpstr>Calibri</vt:lpstr>
      <vt:lpstr>Microsoft Sans Serif</vt:lpstr>
      <vt:lpstr>Segoe UI Emoji</vt:lpstr>
      <vt:lpstr>Times New Roman</vt:lpstr>
      <vt:lpstr>Trebuchet MS</vt:lpstr>
      <vt:lpstr>Office Theme</vt:lpstr>
      <vt:lpstr>ДИЗАШаЙблНон-пДроєОктуКKoУduМGaЕmeНLaТb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(anonymous)</dc:title>
  <dc:subject>(unspecified)</dc:subject>
  <dc:creator>(anonymous)</dc:creator>
  <cp:lastModifiedBy>Vlad</cp:lastModifiedBy>
  <cp:revision>17</cp:revision>
  <dcterms:created xsi:type="dcterms:W3CDTF">2026-01-21T13:56:13Z</dcterms:created>
  <dcterms:modified xsi:type="dcterms:W3CDTF">2026-01-21T15:57:32Z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2026-01-21T00:00:00Z</vt:filetime>
  </property>
  <property fmtid="{D5CDD505-2E9C-101B-9397-08002B2CF9AE}" pid="3" name="Creator">
    <vt:lpwstr>(unspecified)</vt:lpwstr>
  </property>
  <property fmtid="{D5CDD505-2E9C-101B-9397-08002B2CF9AE}" pid="4" name="LastSaved">
    <vt:filetime>2026-01-21T00:00:00Z</vt:filetime>
  </property>
  <property fmtid="{D5CDD505-2E9C-101B-9397-08002B2CF9AE}" pid="5" name="Producer">
    <vt:lpwstr>ReportLab PDF Library - www.reportlab.com</vt:lpwstr>
  </property>
</Properties>
</file>